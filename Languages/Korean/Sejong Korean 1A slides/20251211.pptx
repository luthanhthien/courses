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0" r:id="rId4"/>
    <p:sldId id="267" r:id="rId5"/>
    <p:sldId id="261" r:id="rId6"/>
    <p:sldId id="26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96E61-EAC6-664E-EC0D-648E14441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619EA1-0730-5217-25A6-5F93B91AE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ED1CF-E826-C2ED-AB97-06D32AAD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39DF5C-A5D7-2790-D8B8-9AA30F72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CAB6D-5052-E385-8204-1C912D0A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38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A86AA-C0E1-3E58-8B27-E79B75D6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832DC-FBB8-1BE5-6628-F306C61F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2C13F-46E2-C54A-4D1B-493A0742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16BE-0693-1C68-D75A-DF081869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63A94-14EF-2412-99AA-ECC60338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7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13F17-559E-9056-8792-466E56CA7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A4E0A5-E9F9-1047-CC95-9AC83ABCF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9AF0B-5F90-F72E-0E0F-88005E9B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4D5B84-76FD-4455-255D-1368636B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64CD66-3348-2B38-8E68-689AD431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29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22A6B-8901-1F92-85B1-13DB2313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962D9A-456C-FE20-C925-560B3CD4D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0762E9-7D18-0D08-4727-ACFA67B5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16068E-DD52-238E-22FD-D45D29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284DDA-D253-74BF-2B95-0A2A7108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DCE6C0-A82F-2805-4766-CF542617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60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95E25-FA58-A8B7-E85B-437F1D3B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1ACF66-80E2-ADC7-7D3F-58543806A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58F5A-9D6C-6798-9E6F-7EE7FF45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41C341-2E37-9D77-6712-F43A733FB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F561F9-C456-684B-5C1C-051A60B7A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02BD3C-10F4-D73E-E18A-B2CBF84BC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72C355-B1EE-6E77-D95F-C8D15865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93D04A-E5A2-9F31-3041-8F6E2CE4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32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20C3F-E106-C282-8F34-58D36341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018E79-EB3A-8E4A-FCC6-0B095877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DEE8E4-B85D-9ACA-8E39-C07CC2B0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D7597E-BF68-8D5B-EE5C-D5615CAA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14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EFB194-1B98-59CC-BE8C-F9C09654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32B188-2CAE-6458-4239-9AD33105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7C8F20-15EB-4690-CCB2-282BFBB7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40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C390C-E87E-DC98-B371-FA110348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549F9-E941-3793-F8C1-46692CA3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EA7F0D-F9AD-17C5-EA5F-B6E7D0FC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A4AC08-3555-5994-72EA-A22A18DA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726F1D-BF59-FE91-E6DF-F25CCC7C1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ED82AF-2EFC-7A37-BDD5-B14BEB5B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72768-FE84-F3A7-02DE-029EF2272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C9B62F-C033-AAFB-7CEB-268F12924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05125C-D3A2-C499-344A-87A25201C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0C3E4F-6352-FB4E-FD44-31E3DABF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068150-1CFE-5E93-711A-7F6A66A5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8D0039-ED01-F0C5-2DA3-CB64D1BB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5E673-7D4F-810E-EE41-C13DFFF9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6C09F0-7F50-340A-C886-BE127B955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360D6-6371-BEDB-D1AC-514C6007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ED8A4-D89E-759B-1E41-6B1B36E9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BCBA5-994D-2D72-7305-2A7E7A37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27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AE17DD-2405-4DBB-763A-F30DDFD83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CD2609-890E-B697-E200-60D89815B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283F1-EB5E-E95E-DAC7-E18E73D7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F239E-7769-8E14-4D85-CA084AB3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CF50AF-641D-1B62-AD98-7933E114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95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BB0A7D-CCB9-B9E5-3539-D3B4E369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243694-714C-764E-53FC-7FD65051E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11EDB6-4053-EB2B-0106-0813FE187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12ED3-ED80-44CC-8004-9C6BD32E90D0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62A170-BBFE-3571-D3E1-640026F80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EB4FBC-93C6-015F-6BE4-F2ACDD2B4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FC441-4800-42AA-844C-C9E4A363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50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B848D-7CF9-31D5-06AD-69E813E8F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20251211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6BA1BA-883E-6ACF-9251-CECE13FD6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5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E69F79-33A3-DFA5-60C3-B85C1B26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51" y="26052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highlight>
                  <a:srgbClr val="FFFF00"/>
                </a:highlight>
              </a:rPr>
              <a:t>이</a:t>
            </a:r>
            <a:r>
              <a:rPr lang="ko-KR" altLang="en-US" sz="2000" dirty="0"/>
              <a:t> </a:t>
            </a:r>
            <a:r>
              <a:rPr lang="en-US" altLang="ko-KR" sz="2000" dirty="0"/>
              <a:t>this </a:t>
            </a:r>
            <a:r>
              <a:rPr lang="ko-KR" altLang="en-US" sz="2000" dirty="0"/>
              <a:t>사람</a:t>
            </a:r>
            <a:r>
              <a:rPr lang="en-US" altLang="ko-KR" sz="2000" dirty="0"/>
              <a:t> / </a:t>
            </a:r>
            <a:r>
              <a:rPr lang="ko-KR" altLang="en-US" sz="2000" dirty="0">
                <a:highlight>
                  <a:srgbClr val="FFFF00"/>
                </a:highlight>
              </a:rPr>
              <a:t>저</a:t>
            </a:r>
            <a:r>
              <a:rPr lang="ko-KR" altLang="en-US" sz="2000" dirty="0"/>
              <a:t> </a:t>
            </a:r>
            <a:r>
              <a:rPr lang="en-US" altLang="ko-KR" sz="2000" dirty="0"/>
              <a:t>that </a:t>
            </a:r>
            <a:r>
              <a:rPr lang="ko-KR" altLang="en-US" sz="2000" dirty="0"/>
              <a:t>사람</a:t>
            </a:r>
            <a:r>
              <a:rPr lang="en-US" altLang="ko-KR" sz="2000" dirty="0"/>
              <a:t> / </a:t>
            </a:r>
            <a:r>
              <a:rPr lang="ko-KR" altLang="en-US" sz="2000" dirty="0">
                <a:highlight>
                  <a:srgbClr val="FFFF00"/>
                </a:highlight>
              </a:rPr>
              <a:t>그</a:t>
            </a:r>
            <a:r>
              <a:rPr lang="ko-KR" altLang="en-US" sz="2000" dirty="0"/>
              <a:t> </a:t>
            </a:r>
            <a:r>
              <a:rPr lang="en-US" altLang="ko-KR" sz="2000" dirty="0"/>
              <a:t>the </a:t>
            </a:r>
            <a:r>
              <a:rPr lang="ko-KR" altLang="en-US" sz="2000" dirty="0"/>
              <a:t>사람 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나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저 </a:t>
            </a:r>
            <a:r>
              <a:rPr lang="en-US" altLang="ko-KR" sz="2000" dirty="0">
                <a:sym typeface="Wingdings" panose="05000000000000000000" pitchFamily="2" charset="2"/>
              </a:rPr>
              <a:t>/ </a:t>
            </a:r>
            <a:r>
              <a:rPr lang="ko-KR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너 </a:t>
            </a:r>
            <a:r>
              <a:rPr lang="en-US" altLang="ko-KR" sz="2000" dirty="0">
                <a:sym typeface="Wingdings" panose="05000000000000000000" pitchFamily="2" charset="2"/>
              </a:rPr>
              <a:t>you </a:t>
            </a:r>
            <a:r>
              <a:rPr lang="ko-KR" altLang="en-US" sz="2000" dirty="0">
                <a:sym typeface="Wingdings" panose="05000000000000000000" pitchFamily="2" charset="2"/>
              </a:rPr>
              <a:t>당신 </a:t>
            </a:r>
            <a:r>
              <a:rPr lang="en-US" altLang="ko-KR" sz="2000" dirty="0">
                <a:sym typeface="Wingdings" panose="05000000000000000000" pitchFamily="2" charset="2"/>
              </a:rPr>
              <a:t>/ </a:t>
            </a:r>
            <a:r>
              <a:rPr lang="ko-KR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그 여자 </a:t>
            </a:r>
            <a:r>
              <a:rPr lang="en-US" altLang="ko-KR" sz="2000" dirty="0">
                <a:sym typeface="Wingdings" panose="05000000000000000000" pitchFamily="2" charset="2"/>
              </a:rPr>
              <a:t>she</a:t>
            </a:r>
            <a:r>
              <a:rPr lang="en-US" altLang="ko-KR" sz="2000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그 남자 </a:t>
            </a:r>
            <a:r>
              <a:rPr lang="en-US" altLang="ko-KR" sz="2000" dirty="0">
                <a:sym typeface="Wingdings" panose="05000000000000000000" pitchFamily="2" charset="2"/>
              </a:rPr>
              <a:t>he </a:t>
            </a:r>
            <a:r>
              <a:rPr lang="ko-KR" altLang="en-US" sz="2000" dirty="0">
                <a:sym typeface="Wingdings" panose="05000000000000000000" pitchFamily="2" charset="2"/>
              </a:rPr>
              <a:t>그 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저의 </a:t>
            </a:r>
            <a:r>
              <a:rPr lang="en-US" altLang="ko-KR" sz="2000" dirty="0"/>
              <a:t>my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제 </a:t>
            </a:r>
            <a:r>
              <a:rPr lang="en-US" altLang="ko-KR" sz="2000" dirty="0">
                <a:sym typeface="Wingdings" panose="05000000000000000000" pitchFamily="2" charset="2"/>
              </a:rPr>
              <a:t>/ </a:t>
            </a:r>
            <a:r>
              <a:rPr lang="ko-KR" altLang="en-US" sz="2000" dirty="0">
                <a:sym typeface="Wingdings" panose="05000000000000000000" pitchFamily="2" charset="2"/>
              </a:rPr>
              <a:t>너의 </a:t>
            </a:r>
            <a:r>
              <a:rPr lang="en-US" altLang="ko-KR" sz="2000" dirty="0">
                <a:sym typeface="Wingdings" panose="05000000000000000000" pitchFamily="2" charset="2"/>
              </a:rPr>
              <a:t>your  </a:t>
            </a:r>
            <a:r>
              <a:rPr lang="ko-KR" altLang="en-US" sz="2000" dirty="0">
                <a:sym typeface="Wingdings" panose="05000000000000000000" pitchFamily="2" charset="2"/>
              </a:rPr>
              <a:t>네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2000" dirty="0">
                <a:sym typeface="Wingdings" panose="05000000000000000000" pitchFamily="2" charset="2"/>
              </a:rPr>
              <a:t>친구  </a:t>
            </a:r>
            <a:r>
              <a:rPr lang="en-US" altLang="ko-KR" sz="2000" dirty="0">
                <a:sym typeface="Wingdings" panose="05000000000000000000" pitchFamily="2" charset="2"/>
              </a:rPr>
              <a:t>friend / </a:t>
            </a:r>
            <a:r>
              <a:rPr lang="ko-KR" altLang="en-US" sz="2000" dirty="0">
                <a:sym typeface="Wingdings" panose="05000000000000000000" pitchFamily="2" charset="2"/>
              </a:rPr>
              <a:t>반 친구 </a:t>
            </a:r>
            <a:r>
              <a:rPr lang="en-US" altLang="ko-KR" sz="2000" dirty="0">
                <a:sym typeface="Wingdings" panose="05000000000000000000" pitchFamily="2" charset="2"/>
              </a:rPr>
              <a:t>classmate</a:t>
            </a:r>
            <a:endParaRPr lang="ko-KR" altLang="en-US" sz="2000" dirty="0"/>
          </a:p>
        </p:txBody>
      </p:sp>
      <p:pic>
        <p:nvPicPr>
          <p:cNvPr id="4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20CC09-0AC0-8575-2AA8-6D61E4CA5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" t="75969" r="10960" b="7387"/>
          <a:stretch>
            <a:fillRect/>
          </a:stretch>
        </p:blipFill>
        <p:spPr>
          <a:xfrm>
            <a:off x="280737" y="3022599"/>
            <a:ext cx="11630525" cy="368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1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43BB8-F40E-C0F8-0A58-29CAB298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8287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활동</a:t>
            </a:r>
            <a:r>
              <a:rPr lang="en-US" altLang="ko-KR" sz="3200" b="1" dirty="0"/>
              <a:t> 1. </a:t>
            </a:r>
            <a:r>
              <a:rPr lang="ko-KR" altLang="en-US" sz="3200" b="1" dirty="0"/>
              <a:t>인사</a:t>
            </a:r>
            <a:r>
              <a:rPr lang="en-US" altLang="ko-KR" sz="3200" b="1" dirty="0"/>
              <a:t> </a:t>
            </a:r>
            <a:endParaRPr lang="ko-KR" altLang="en-US" sz="3200" b="1" dirty="0"/>
          </a:p>
        </p:txBody>
      </p:sp>
      <p:pic>
        <p:nvPicPr>
          <p:cNvPr id="5" name="내용 개체 틀 4" descr="텍스트, 종이, 종이 제품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77C09D-33D3-5A6C-DB0A-95A130B08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7" t="11999" r="2683" b="42954"/>
          <a:stretch>
            <a:fillRect/>
          </a:stretch>
        </p:blipFill>
        <p:spPr>
          <a:xfrm>
            <a:off x="3924300" y="1282699"/>
            <a:ext cx="8102600" cy="5392421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922990-1D38-C45D-4F35-A2BDD31615A5}"/>
              </a:ext>
            </a:extLst>
          </p:cNvPr>
          <p:cNvSpPr/>
          <p:nvPr/>
        </p:nvSpPr>
        <p:spPr>
          <a:xfrm>
            <a:off x="584200" y="1690688"/>
            <a:ext cx="2895600" cy="49844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>
                <a:solidFill>
                  <a:schemeClr val="tx1"/>
                </a:solidFill>
              </a:rPr>
              <a:t>OO</a:t>
            </a:r>
            <a:r>
              <a:rPr lang="ko-KR" altLang="en-US" sz="3200" dirty="0">
                <a:solidFill>
                  <a:schemeClr val="tx1"/>
                </a:solidFill>
              </a:rPr>
              <a:t>씨 </a:t>
            </a:r>
            <a:r>
              <a:rPr lang="en-US" altLang="ko-KR" sz="3200" dirty="0">
                <a:solidFill>
                  <a:schemeClr val="tx1"/>
                </a:solidFill>
              </a:rPr>
              <a:t>/ OO</a:t>
            </a:r>
            <a:r>
              <a:rPr lang="ko-KR" altLang="en-US" sz="3200" dirty="0">
                <a:solidFill>
                  <a:schemeClr val="tx1"/>
                </a:solidFill>
              </a:rPr>
              <a:t>님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ko-KR" altLang="en-US" sz="3200" dirty="0">
                <a:solidFill>
                  <a:schemeClr val="tx1"/>
                </a:solidFill>
              </a:rPr>
              <a:t>학생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ko-KR" altLang="en-US" sz="3200" dirty="0">
                <a:solidFill>
                  <a:schemeClr val="tx1"/>
                </a:solidFill>
              </a:rPr>
              <a:t>이름 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ko-KR" altLang="en-US" sz="3200" dirty="0" err="1">
                <a:solidFill>
                  <a:schemeClr val="tx1"/>
                </a:solidFill>
              </a:rPr>
              <a:t>뭐예요</a:t>
            </a:r>
            <a:r>
              <a:rPr lang="en-US" altLang="ko-KR" sz="3200" dirty="0">
                <a:solidFill>
                  <a:schemeClr val="tx1"/>
                </a:solidFill>
              </a:rPr>
              <a:t>?  </a:t>
            </a:r>
          </a:p>
          <a:p>
            <a:r>
              <a:rPr lang="ko-KR" altLang="en-US" sz="3200" dirty="0">
                <a:solidFill>
                  <a:schemeClr val="tx1"/>
                </a:solidFill>
              </a:rPr>
              <a:t>무엇이에요</a:t>
            </a:r>
            <a:r>
              <a:rPr lang="en-US" altLang="ko-KR" sz="3200" dirty="0">
                <a:solidFill>
                  <a:schemeClr val="tx1"/>
                </a:solidFill>
              </a:rPr>
              <a:t>? 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63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12F5B-2F07-B624-B7E7-80EA4156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87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활동 </a:t>
            </a:r>
            <a:r>
              <a:rPr lang="en-US" altLang="ko-KR" sz="3200" b="1" dirty="0"/>
              <a:t>2. </a:t>
            </a:r>
            <a:r>
              <a:rPr lang="ko-KR" altLang="en-US" sz="3200" b="1" dirty="0"/>
              <a:t>인사</a:t>
            </a:r>
          </a:p>
        </p:txBody>
      </p:sp>
      <p:pic>
        <p:nvPicPr>
          <p:cNvPr id="5" name="내용 개체 틀 4" descr="텍스트, 종이, 종이 제품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E6BF5F-7D5F-C22E-7652-00142271E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3" t="66411" r="64978" b="22872"/>
          <a:stretch>
            <a:fillRect/>
          </a:stretch>
        </p:blipFill>
        <p:spPr>
          <a:xfrm>
            <a:off x="254000" y="1515269"/>
            <a:ext cx="3482058" cy="28027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BB4285D-BFB2-E4F9-B0A9-339486DA40F7}"/>
              </a:ext>
            </a:extLst>
          </p:cNvPr>
          <p:cNvSpPr/>
          <p:nvPr/>
        </p:nvSpPr>
        <p:spPr>
          <a:xfrm>
            <a:off x="3837724" y="2152651"/>
            <a:ext cx="4279900" cy="4024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600" dirty="0"/>
              <a:t>이름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직업</a:t>
            </a:r>
            <a:endParaRPr lang="en-US" altLang="ko-KR" sz="3600" dirty="0"/>
          </a:p>
          <a:p>
            <a:r>
              <a:rPr lang="ko-KR" altLang="en-US" sz="3600" dirty="0"/>
              <a:t>대학생 의사 회사원 </a:t>
            </a:r>
            <a:endParaRPr lang="en-US" altLang="ko-KR" sz="3600" dirty="0"/>
          </a:p>
          <a:p>
            <a:r>
              <a:rPr lang="ko-KR" altLang="en-US" sz="3600" dirty="0"/>
              <a:t>선생님 경찰 요리사 </a:t>
            </a:r>
          </a:p>
        </p:txBody>
      </p:sp>
      <p:pic>
        <p:nvPicPr>
          <p:cNvPr id="7" name="내용 개체 틀 4" descr="텍스트, 종이, 종이 제품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BBC16F-A601-6F13-8387-71C7729DE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7" t="77749" r="54818" b="10838"/>
          <a:stretch>
            <a:fillRect/>
          </a:stretch>
        </p:blipFill>
        <p:spPr>
          <a:xfrm>
            <a:off x="8247488" y="1317288"/>
            <a:ext cx="3834012" cy="3000711"/>
          </a:xfrm>
          <a:prstGeom prst="rect">
            <a:avLst/>
          </a:prstGeom>
        </p:spPr>
      </p:pic>
      <p:pic>
        <p:nvPicPr>
          <p:cNvPr id="1026" name="Picture 2" descr="Woman clipart png images | PNGEgg">
            <a:extLst>
              <a:ext uri="{FF2B5EF4-FFF2-40B4-BE49-F238E27FC236}">
                <a16:creationId xmlns:a16="http://schemas.microsoft.com/office/drawing/2014/main" id="{E5402A61-EBCF-7862-BCC5-8B5296366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5" t="9962" r="36285" b="7567"/>
          <a:stretch>
            <a:fillRect/>
          </a:stretch>
        </p:blipFill>
        <p:spPr bwMode="auto">
          <a:xfrm>
            <a:off x="1206500" y="4101306"/>
            <a:ext cx="8890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n Clipart Images | Free Download | PNG Transparent Background - Pngtree">
            <a:extLst>
              <a:ext uri="{FF2B5EF4-FFF2-40B4-BE49-F238E27FC236}">
                <a16:creationId xmlns:a16="http://schemas.microsoft.com/office/drawing/2014/main" id="{96777627-4AB4-09C4-D972-67A7FCD14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848" y="4360862"/>
            <a:ext cx="2214562" cy="22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01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B5798-6911-E123-A31F-38A0B35D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104629"/>
            <a:ext cx="10515600" cy="924072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활동 </a:t>
            </a:r>
            <a:r>
              <a:rPr lang="en-US" altLang="ko-KR" sz="3200" b="1" dirty="0"/>
              <a:t>3. </a:t>
            </a:r>
            <a:r>
              <a:rPr lang="ko-KR" altLang="en-US" sz="3200" b="1" dirty="0"/>
              <a:t>자기소개 </a:t>
            </a:r>
          </a:p>
        </p:txBody>
      </p:sp>
      <p:pic>
        <p:nvPicPr>
          <p:cNvPr id="5" name="내용 개체 틀 4" descr="텍스트, 컴퓨터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67F93F-96A9-C30F-97CD-2FDAAC758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7" t="16954" r="6727" b="47625"/>
          <a:stretch>
            <a:fillRect/>
          </a:stretch>
        </p:blipFill>
        <p:spPr>
          <a:xfrm>
            <a:off x="2222500" y="990601"/>
            <a:ext cx="9867900" cy="5594907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1F9631-7C6A-9B00-FF65-61CC7E17B3A3}"/>
              </a:ext>
            </a:extLst>
          </p:cNvPr>
          <p:cNvSpPr/>
          <p:nvPr/>
        </p:nvSpPr>
        <p:spPr>
          <a:xfrm>
            <a:off x="254000" y="1231900"/>
            <a:ext cx="1854200" cy="288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자기소개 </a:t>
            </a:r>
            <a:endParaRPr lang="en-US" altLang="ko-KR" sz="3200" dirty="0"/>
          </a:p>
          <a:p>
            <a:pPr algn="ctr"/>
            <a:r>
              <a:rPr lang="ko-KR" altLang="en-US" sz="3200" dirty="0"/>
              <a:t>이름</a:t>
            </a:r>
            <a:endParaRPr lang="en-US" altLang="ko-KR" sz="3200" dirty="0"/>
          </a:p>
          <a:p>
            <a:pPr algn="ctr"/>
            <a:r>
              <a:rPr lang="ko-KR" altLang="en-US" sz="3200" dirty="0"/>
              <a:t>직업</a:t>
            </a:r>
            <a:endParaRPr lang="en-US" altLang="ko-KR" sz="3200" dirty="0"/>
          </a:p>
          <a:p>
            <a:pPr algn="ctr"/>
            <a:r>
              <a:rPr lang="ko-KR" altLang="en-US" sz="3200" dirty="0"/>
              <a:t>국적</a:t>
            </a:r>
          </a:p>
        </p:txBody>
      </p:sp>
    </p:spTree>
    <p:extLst>
      <p:ext uri="{BB962C8B-B14F-4D97-AF65-F5344CB8AC3E}">
        <p14:creationId xmlns:p14="http://schemas.microsoft.com/office/powerpoint/2010/main" val="147940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EE2B2-91A5-05DD-483C-1F85AEBB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과제</a:t>
            </a:r>
            <a:r>
              <a:rPr lang="en-US" altLang="ko-KR" sz="3200" dirty="0"/>
              <a:t>: </a:t>
            </a:r>
            <a:r>
              <a:rPr lang="ko-KR" altLang="en-US" sz="3200" dirty="0"/>
              <a:t>나의 이름</a:t>
            </a:r>
            <a:r>
              <a:rPr lang="en-US" altLang="ko-KR" sz="3200" dirty="0"/>
              <a:t>, </a:t>
            </a:r>
            <a:r>
              <a:rPr lang="ko-KR" altLang="en-US" sz="3200" dirty="0"/>
              <a:t>국적</a:t>
            </a:r>
            <a:r>
              <a:rPr lang="en-US" altLang="ko-KR" sz="3200" dirty="0"/>
              <a:t>, </a:t>
            </a:r>
            <a:r>
              <a:rPr lang="ko-KR" altLang="en-US" sz="3200"/>
              <a:t>직업을 소개하세요</a:t>
            </a:r>
            <a:r>
              <a:rPr lang="en-US" altLang="ko-KR" sz="3200" dirty="0"/>
              <a:t>. </a:t>
            </a:r>
            <a:br>
              <a:rPr lang="en-US" altLang="ko-KR" sz="3200" dirty="0"/>
            </a:br>
            <a:r>
              <a:rPr lang="en-US" altLang="ko-KR" sz="3200" dirty="0"/>
              <a:t>      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7D696-E3CB-4886-1822-6C7417122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안녕하세요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저는 </a:t>
            </a:r>
            <a:r>
              <a:rPr lang="ko-KR" altLang="en-US" dirty="0" err="1"/>
              <a:t>문혜정이에요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저는 한국 사람이에요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선생님이에요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439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</Words>
  <Application>Microsoft Office PowerPoint</Application>
  <PresentationFormat>와이드스크린</PresentationFormat>
  <Paragraphs>34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20251211</vt:lpstr>
      <vt:lpstr>PowerPoint 프레젠테이션</vt:lpstr>
      <vt:lpstr>활동 1. 인사 </vt:lpstr>
      <vt:lpstr>활동 2. 인사</vt:lpstr>
      <vt:lpstr>활동 3. 자기소개 </vt:lpstr>
      <vt:lpstr>과제: 나의 이름, 국적, 직업을 소개하세요.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찬일 김</dc:creator>
  <cp:lastModifiedBy>찬일 김</cp:lastModifiedBy>
  <cp:revision>1</cp:revision>
  <dcterms:created xsi:type="dcterms:W3CDTF">2025-12-11T11:54:38Z</dcterms:created>
  <dcterms:modified xsi:type="dcterms:W3CDTF">2025-12-11T11:55:56Z</dcterms:modified>
</cp:coreProperties>
</file>