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70" r:id="rId5"/>
    <p:sldId id="262" r:id="rId6"/>
    <p:sldId id="258" r:id="rId7"/>
    <p:sldId id="263" r:id="rId8"/>
    <p:sldId id="264" r:id="rId9"/>
    <p:sldId id="259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5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5A28C3-4C38-01C5-7844-33977EE18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8F6739-762B-0502-45CF-F579FE5D2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1AB51B-E847-2F83-1EB6-4A9F512B6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62E3-E071-4FA7-9102-3D3098F7B8E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8DE604-1640-E65F-2CA5-281D8F775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19A27F-E840-0E87-3A3D-84F9B7EB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883D-6E60-49E1-8F57-AAF54F9054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06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EB5E9-AD81-5F90-BFB9-32E9A2BA2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4E51C-59DD-2E61-640C-79F7C8C57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B8286C-699E-081C-08CE-68845121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62E3-E071-4FA7-9102-3D3098F7B8E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9B766D-E1A1-1981-B40C-F2368D80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A24ED9-4583-2A50-17C7-2CD60ABE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883D-6E60-49E1-8F57-AAF54F9054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137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879EA-D311-FDAC-1129-93C1153CA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F7DB72-6951-B8FD-1246-7A4F8CCE8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274F8E-58D0-369E-112C-C527FC74E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62E3-E071-4FA7-9102-3D3098F7B8E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71BAAC-9368-0396-005A-9CCADDE97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F9654F-FFD7-1797-D7F5-774E6B247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883D-6E60-49E1-8F57-AAF54F9054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33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EF72F-CF68-A400-7744-F5BFF1D2E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A6E1E1-A90A-C11B-70FC-41B30C194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85B422-970D-4800-367D-5CAC90860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51D799-4C46-13C5-128B-8750ECBA1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62E3-E071-4FA7-9102-3D3098F7B8E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7E3BA0-3897-7E09-11CA-CB8CA649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EA1F41-AD34-4285-3C6A-8A4ABF37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883D-6E60-49E1-8F57-AAF54F9054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56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0392D-A421-9694-354E-E9816997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25F2B0-DBE0-7D9D-7A45-D736447DF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8613DA-8432-1458-3023-995385DC3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0EC4B9-B7F3-D79F-DF21-9CC8C9AB0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0417E9-0306-9446-631D-4BC553C64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325EA7-373A-D2AA-7ED3-F768E3D29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62E3-E071-4FA7-9102-3D3098F7B8E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1A903D4-3C3E-6DEE-E09B-133708FF5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6ED24E-60F4-CE72-6525-29B5AC6C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883D-6E60-49E1-8F57-AAF54F9054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387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8119B-3FD0-DAD2-9CBD-DF4CCA1F3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48BB25-DB6F-1B62-EE53-34678893D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62E3-E071-4FA7-9102-3D3098F7B8E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DF7294-1E5B-EC0E-B03B-3B17D1F10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4424A2-E294-9A68-970C-F4E7A894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883D-6E60-49E1-8F57-AAF54F9054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64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4A1326-2295-6E0A-85B7-CFA01EC58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62E3-E071-4FA7-9102-3D3098F7B8E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AD6CD19-752E-31E5-C3D6-3B347C72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E9BD63-DE0D-6DCA-FD64-B9A4B1FD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883D-6E60-49E1-8F57-AAF54F9054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96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BA4B0-CC54-6C64-EAFD-35DA9B0D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8CD955-DE9A-3065-A5A9-AFF439E2A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13EADD-E90B-C343-B538-EF28AFF49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5455EA-65B5-72E7-A185-9BD6CE5E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62E3-E071-4FA7-9102-3D3098F7B8E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95E090-79C1-9E23-AC48-C1D47695D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787F8A-3F19-8001-D65D-0A50F69E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883D-6E60-49E1-8F57-AAF54F9054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753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AADFAB-2898-0598-8E93-A346ECDD4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9A63EE3-58F6-62E0-9EAA-6C550A4B62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A2CE1D-92CA-9F32-551C-E23B8D108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569595-D5A8-35AA-EDC6-09E66A9DA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62E3-E071-4FA7-9102-3D3098F7B8E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A5E02A-184A-571A-BFBF-B376E518A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1C7F0B-3D83-D5A7-80BC-9313A7BD0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883D-6E60-49E1-8F57-AAF54F9054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94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D8F77-6C36-4527-31CC-9BEFBB67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6B27A3F-8468-2BB4-DE39-F241C912C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00853-9064-D8D9-09F1-BB3511A9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62E3-E071-4FA7-9102-3D3098F7B8E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0D32B5-8756-3B03-1800-579C628EF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A34CF8-1770-3125-B47E-66FABEAF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883D-6E60-49E1-8F57-AAF54F9054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621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BCBCD4-3BD2-2A4E-8377-4C0A265B2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9D1CC8-2A4A-16B9-324A-85DA550E4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37D09D-E6FE-1AFA-7465-F32C899F3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62E3-E071-4FA7-9102-3D3098F7B8E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60719E-07F3-600B-2766-7AC78F0E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EF2F26-FB2B-84AA-719A-47883D2A8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883D-6E60-49E1-8F57-AAF54F9054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89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EDFC55-327F-142B-12C6-0F81A6F35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977CEB-08B1-4BFC-2AC9-A015CC001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D441B6-8E09-8633-C24E-AE47855CB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562E3-E071-4FA7-9102-3D3098F7B8E6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161373-54C2-EB0B-E52B-64069DF95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B778A7-D7E7-D69C-55B1-41FCA243C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6883D-6E60-49E1-8F57-AAF54F9054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580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B4633-19AE-076D-EF8C-3A23351214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２０２５１２０９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34B6CF-6217-831E-61D6-DA20FA8444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107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4476F-F468-C21C-F112-21A0616D3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수업의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890131-7145-3750-DFD0-A319D06DB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1AB457-8711-7FBB-F43F-2B58BC8670CD}"/>
              </a:ext>
            </a:extLst>
          </p:cNvPr>
          <p:cNvSpPr/>
          <p:nvPr/>
        </p:nvSpPr>
        <p:spPr>
          <a:xfrm>
            <a:off x="958850" y="2139155"/>
            <a:ext cx="2273300" cy="3724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dirty="0"/>
              <a:t>어휘와 </a:t>
            </a:r>
            <a:endParaRPr lang="en-US" altLang="ko-KR" sz="4000" b="1" dirty="0"/>
          </a:p>
          <a:p>
            <a:pPr algn="ctr"/>
            <a:r>
              <a:rPr lang="ko-KR" altLang="en-US" sz="4000" b="1" dirty="0"/>
              <a:t>표현</a:t>
            </a:r>
            <a:endParaRPr lang="en-US" altLang="ko-KR" sz="2400" b="1" dirty="0"/>
          </a:p>
          <a:p>
            <a:pPr algn="ctr"/>
            <a:r>
              <a:rPr lang="en-US" altLang="ko-KR" sz="2400" b="1" dirty="0"/>
              <a:t>Vocabularies</a:t>
            </a:r>
          </a:p>
          <a:p>
            <a:pPr algn="ctr"/>
            <a:r>
              <a:rPr lang="en-US" altLang="ko-KR" sz="2400" b="1" dirty="0"/>
              <a:t>&amp;</a:t>
            </a:r>
          </a:p>
          <a:p>
            <a:pPr algn="ctr"/>
            <a:r>
              <a:rPr lang="en-US" altLang="ko-KR" sz="2400" b="1" dirty="0"/>
              <a:t>expressions</a:t>
            </a:r>
            <a:endParaRPr lang="en-US" altLang="ko-KR" sz="4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551D0D-9280-49EF-B04E-BB0A6F47B36F}"/>
              </a:ext>
            </a:extLst>
          </p:cNvPr>
          <p:cNvSpPr/>
          <p:nvPr/>
        </p:nvSpPr>
        <p:spPr>
          <a:xfrm>
            <a:off x="3975100" y="2139154"/>
            <a:ext cx="2273300" cy="3724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dirty="0"/>
              <a:t>문법</a:t>
            </a:r>
            <a:endParaRPr lang="en-US" altLang="ko-KR" sz="4000" b="1" dirty="0"/>
          </a:p>
          <a:p>
            <a:pPr algn="ctr"/>
            <a:r>
              <a:rPr lang="en-US" altLang="ko-KR" sz="2400" b="1" dirty="0"/>
              <a:t>Grammar 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776696-15BD-0168-6ACD-CEF38B129E8E}"/>
              </a:ext>
            </a:extLst>
          </p:cNvPr>
          <p:cNvSpPr/>
          <p:nvPr/>
        </p:nvSpPr>
        <p:spPr>
          <a:xfrm>
            <a:off x="6877050" y="2139154"/>
            <a:ext cx="2273300" cy="3724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dirty="0"/>
              <a:t>활동</a:t>
            </a:r>
            <a:endParaRPr lang="en-US" altLang="ko-KR" sz="4000" b="1" dirty="0"/>
          </a:p>
          <a:p>
            <a:pPr algn="ctr"/>
            <a:r>
              <a:rPr lang="en-US" altLang="ko-KR" sz="2400" b="1" dirty="0"/>
              <a:t>Activities </a:t>
            </a:r>
            <a:endParaRPr lang="ko-KR" altLang="en-US" sz="2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3FC8B8-E149-6D77-9696-3A43E2231275}"/>
              </a:ext>
            </a:extLst>
          </p:cNvPr>
          <p:cNvSpPr/>
          <p:nvPr/>
        </p:nvSpPr>
        <p:spPr>
          <a:xfrm>
            <a:off x="9779000" y="2139156"/>
            <a:ext cx="2273300" cy="3724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dirty="0"/>
              <a:t>과제</a:t>
            </a:r>
            <a:endParaRPr lang="en-US" altLang="ko-KR" sz="4000" b="1" dirty="0"/>
          </a:p>
          <a:p>
            <a:pPr algn="ctr"/>
            <a:r>
              <a:rPr lang="en-US" altLang="ko-KR" sz="2400" b="1" dirty="0"/>
              <a:t>Assignment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7803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4D602-4B66-5434-FB1F-9541E5723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04" y="28384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2800" b="1" dirty="0"/>
              <a:t>어휘와 표현 </a:t>
            </a:r>
            <a:r>
              <a:rPr lang="en-US" altLang="ko-KR" sz="2800" b="1" dirty="0"/>
              <a:t>1.</a:t>
            </a:r>
            <a:endParaRPr lang="ko-KR" altLang="en-US" sz="2800" b="1" dirty="0"/>
          </a:p>
        </p:txBody>
      </p:sp>
      <p:pic>
        <p:nvPicPr>
          <p:cNvPr id="5" name="내용 개체 틀 4" descr="텍스트, 스크린샷, 운영 체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97FD1F-517F-AFFC-E777-15CAC1B2A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0" t="12214" r="46121" b="40436"/>
          <a:stretch>
            <a:fillRect/>
          </a:stretch>
        </p:blipFill>
        <p:spPr>
          <a:xfrm>
            <a:off x="7386319" y="150575"/>
            <a:ext cx="4500881" cy="6423580"/>
          </a:xfr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FDD6D72-5DC0-EA49-AF51-8094F26879C4}"/>
              </a:ext>
            </a:extLst>
          </p:cNvPr>
          <p:cNvSpPr/>
          <p:nvPr/>
        </p:nvSpPr>
        <p:spPr>
          <a:xfrm>
            <a:off x="294640" y="1330960"/>
            <a:ext cx="6756400" cy="5243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2400" b="1" dirty="0">
                <a:solidFill>
                  <a:schemeClr val="tx1"/>
                </a:solidFill>
              </a:rPr>
              <a:t>어느 </a:t>
            </a:r>
            <a:r>
              <a:rPr lang="en-US" altLang="ko-KR" sz="2400" b="1" dirty="0">
                <a:solidFill>
                  <a:schemeClr val="tx1"/>
                </a:solidFill>
              </a:rPr>
              <a:t>~</a:t>
            </a:r>
            <a:r>
              <a:rPr lang="en-US" altLang="ko-KR" sz="2400" dirty="0">
                <a:solidFill>
                  <a:schemeClr val="tx1"/>
                </a:solidFill>
              </a:rPr>
              <a:t> </a:t>
            </a:r>
          </a:p>
          <a:p>
            <a:r>
              <a:rPr lang="en-US" altLang="ko-KR" sz="2400" dirty="0">
                <a:solidFill>
                  <a:schemeClr val="tx1"/>
                </a:solidFill>
              </a:rPr>
              <a:t>       </a:t>
            </a:r>
            <a:r>
              <a:rPr lang="ko-KR" altLang="en-US" sz="2400" dirty="0">
                <a:solidFill>
                  <a:schemeClr val="tx1"/>
                </a:solidFill>
              </a:rPr>
              <a:t>어느 나라 </a:t>
            </a:r>
            <a:endParaRPr lang="en-US" altLang="ko-KR" sz="2400" dirty="0">
              <a:solidFill>
                <a:schemeClr val="tx1"/>
              </a:solidFill>
            </a:endParaRPr>
          </a:p>
          <a:p>
            <a:r>
              <a:rPr lang="en-US" altLang="ko-KR" sz="2400" dirty="0">
                <a:solidFill>
                  <a:schemeClr val="tx1"/>
                </a:solidFill>
              </a:rPr>
              <a:t>       </a:t>
            </a:r>
          </a:p>
          <a:p>
            <a:r>
              <a:rPr lang="en-US" altLang="ko-KR" sz="2400" b="1" dirty="0">
                <a:solidFill>
                  <a:schemeClr val="tx1"/>
                </a:solidFill>
              </a:rPr>
              <a:t>2. </a:t>
            </a:r>
            <a:r>
              <a:rPr lang="ko-KR" altLang="en-US" sz="2400" b="1" dirty="0">
                <a:solidFill>
                  <a:schemeClr val="tx1"/>
                </a:solidFill>
              </a:rPr>
              <a:t>나라 이름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2400" dirty="0">
                <a:solidFill>
                  <a:schemeClr val="tx1"/>
                </a:solidFill>
              </a:rPr>
              <a:t>      </a:t>
            </a:r>
            <a:r>
              <a:rPr lang="ko-KR" altLang="en-US" sz="2400" dirty="0">
                <a:solidFill>
                  <a:schemeClr val="tx1"/>
                </a:solidFill>
              </a:rPr>
              <a:t>한국  캐나다  베트남  미국  프랑스  태국</a:t>
            </a:r>
            <a:endParaRPr lang="en-US" altLang="ko-KR" sz="2400" dirty="0">
              <a:solidFill>
                <a:schemeClr val="tx1"/>
              </a:solidFill>
            </a:endParaRPr>
          </a:p>
          <a:p>
            <a:r>
              <a:rPr lang="en-US" altLang="ko-KR" sz="2400" dirty="0">
                <a:solidFill>
                  <a:schemeClr val="tx1"/>
                </a:solidFill>
              </a:rPr>
              <a:t>  </a:t>
            </a:r>
            <a:r>
              <a:rPr lang="ko-KR" altLang="en-US" sz="2400" dirty="0">
                <a:solidFill>
                  <a:schemeClr val="tx1"/>
                </a:solidFill>
              </a:rPr>
              <a:t>    인도네시아 중국 일본 러시아 케냐 </a:t>
            </a:r>
            <a:endParaRPr lang="en-US" altLang="ko-KR" sz="2400" dirty="0">
              <a:solidFill>
                <a:schemeClr val="tx1"/>
              </a:solidFill>
            </a:endParaRPr>
          </a:p>
          <a:p>
            <a:endParaRPr lang="en-US" altLang="ko-KR" sz="2400" dirty="0">
              <a:solidFill>
                <a:schemeClr val="tx1"/>
              </a:solidFill>
            </a:endParaRPr>
          </a:p>
          <a:p>
            <a:r>
              <a:rPr lang="en-US" altLang="ko-KR" sz="2400" b="1" dirty="0">
                <a:solidFill>
                  <a:schemeClr val="tx1"/>
                </a:solidFill>
              </a:rPr>
              <a:t>3. </a:t>
            </a:r>
            <a:r>
              <a:rPr lang="ko-KR" altLang="en-US" sz="2400" b="1" dirty="0">
                <a:solidFill>
                  <a:schemeClr val="tx1"/>
                </a:solidFill>
              </a:rPr>
              <a:t>사람</a:t>
            </a:r>
            <a:r>
              <a:rPr lang="ko-KR" altLang="en-US" sz="24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524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39183-3E27-264F-5382-BC0BC1E3B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384016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2800" b="1" dirty="0"/>
              <a:t>어휘와 표현 </a:t>
            </a:r>
            <a:r>
              <a:rPr lang="en-US" altLang="ko-KR" sz="2800" b="1" dirty="0"/>
              <a:t>2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73914A-5E0A-E896-16F2-F8127B370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839595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직업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회사원  대학생  의사  경찰 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선생님 </a:t>
            </a:r>
            <a:r>
              <a:rPr lang="en-US" altLang="ko-KR" dirty="0"/>
              <a:t> </a:t>
            </a:r>
            <a:r>
              <a:rPr lang="ko-KR" altLang="en-US" dirty="0"/>
              <a:t>가수 요리사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 err="1"/>
              <a:t>뭐예요</a:t>
            </a:r>
            <a:r>
              <a:rPr lang="en-US" altLang="ko-KR" dirty="0"/>
              <a:t>? (</a:t>
            </a:r>
            <a:r>
              <a:rPr lang="ko-KR" altLang="en-US" dirty="0"/>
              <a:t>무엇이에요</a:t>
            </a:r>
            <a:r>
              <a:rPr lang="en-US" altLang="ko-KR" dirty="0"/>
              <a:t>?) </a:t>
            </a:r>
            <a:r>
              <a:rPr lang="ko-KR" altLang="en-US" dirty="0"/>
              <a:t> </a:t>
            </a:r>
          </a:p>
        </p:txBody>
      </p:sp>
      <p:pic>
        <p:nvPicPr>
          <p:cNvPr id="4" name="내용 개체 틀 4" descr="텍스트, 스크린샷, 운영 체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4541B9-678F-3D9C-7599-A7D9B1627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59" t="12976" r="4844" b="42162"/>
          <a:stretch>
            <a:fillRect/>
          </a:stretch>
        </p:blipFill>
        <p:spPr>
          <a:xfrm>
            <a:off x="6451600" y="254000"/>
            <a:ext cx="5669280" cy="649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8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2F303B-C54E-3A18-2F63-8CC2B021B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3953"/>
            <a:ext cx="10515600" cy="599123"/>
          </a:xfrm>
        </p:spPr>
        <p:txBody>
          <a:bodyPr>
            <a:normAutofit/>
          </a:bodyPr>
          <a:lstStyle/>
          <a:p>
            <a:r>
              <a:rPr lang="ko-KR" altLang="en-US" sz="2800" b="1" dirty="0"/>
              <a:t>어휘와 표현 </a:t>
            </a:r>
            <a:r>
              <a:rPr lang="en-US" altLang="ko-KR" sz="2800" b="1" dirty="0"/>
              <a:t>3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09CE86-138A-1F48-AC56-B89C0164F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622425"/>
            <a:ext cx="10515600" cy="4351338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6" name="내용 개체 틀 4" descr="텍스트, 스크린샷, 운영 체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26FACC-EA63-4647-6996-6C81026B5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1" t="66117" r="5939" b="6064"/>
          <a:stretch>
            <a:fillRect/>
          </a:stretch>
        </p:blipFill>
        <p:spPr>
          <a:xfrm>
            <a:off x="165100" y="923076"/>
            <a:ext cx="11726944" cy="546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241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B925B6-25EF-EDBA-0727-AEFB274A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내용 개체 틀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0F703A-9E8B-7FA4-C5E0-21562B707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1" t="3809" r="3358" b="63152"/>
          <a:stretch>
            <a:fillRect/>
          </a:stretch>
        </p:blipFill>
        <p:spPr>
          <a:xfrm>
            <a:off x="280819" y="210052"/>
            <a:ext cx="11283377" cy="6437896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BCEABA8-072A-F3C1-B5B2-FDDCBAD98CCA}"/>
              </a:ext>
            </a:extLst>
          </p:cNvPr>
          <p:cNvSpPr/>
          <p:nvPr/>
        </p:nvSpPr>
        <p:spPr>
          <a:xfrm>
            <a:off x="1544320" y="1529055"/>
            <a:ext cx="9103360" cy="1021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받침이 </a:t>
            </a:r>
            <a:r>
              <a:rPr lang="ko-KR" altLang="en-US" sz="2400" dirty="0">
                <a:solidFill>
                  <a:srgbClr val="FFFF00"/>
                </a:solidFill>
              </a:rPr>
              <a:t>있는</a:t>
            </a:r>
            <a:r>
              <a:rPr lang="ko-KR" altLang="en-US" sz="2400" dirty="0"/>
              <a:t> 명사</a:t>
            </a:r>
            <a:r>
              <a:rPr lang="en-US" altLang="ko-KR" sz="2400" dirty="0"/>
              <a:t>+</a:t>
            </a:r>
            <a:r>
              <a:rPr lang="ko-KR" altLang="en-US" sz="2400" dirty="0">
                <a:solidFill>
                  <a:srgbClr val="FFFF00"/>
                </a:solidFill>
              </a:rPr>
              <a:t>이에요</a:t>
            </a:r>
            <a:r>
              <a:rPr lang="ko-KR" altLang="en-US" sz="2400" dirty="0"/>
              <a:t> </a:t>
            </a:r>
            <a:r>
              <a:rPr lang="en-US" altLang="ko-KR" sz="2400" dirty="0"/>
              <a:t>(</a:t>
            </a:r>
            <a:r>
              <a:rPr lang="ko-KR" altLang="en-US" sz="2400" dirty="0">
                <a:solidFill>
                  <a:srgbClr val="FFFF00"/>
                </a:solidFill>
              </a:rPr>
              <a:t>직업</a:t>
            </a:r>
            <a:r>
              <a:rPr lang="en-US" altLang="ko-KR" sz="2400" dirty="0">
                <a:solidFill>
                  <a:srgbClr val="FFFF00"/>
                </a:solidFill>
              </a:rPr>
              <a:t>/</a:t>
            </a:r>
            <a:r>
              <a:rPr lang="ko-KR" altLang="en-US" sz="2400" dirty="0">
                <a:solidFill>
                  <a:srgbClr val="FFFF00"/>
                </a:solidFill>
              </a:rPr>
              <a:t>이름</a:t>
            </a:r>
            <a:r>
              <a:rPr lang="en-US" altLang="ko-KR" sz="2400" dirty="0">
                <a:solidFill>
                  <a:srgbClr val="FFFF00"/>
                </a:solidFill>
              </a:rPr>
              <a:t>/</a:t>
            </a:r>
            <a:r>
              <a:rPr lang="ko-KR" altLang="en-US" sz="2400" dirty="0">
                <a:solidFill>
                  <a:srgbClr val="FFFF00"/>
                </a:solidFill>
              </a:rPr>
              <a:t>강</a:t>
            </a:r>
            <a:r>
              <a:rPr lang="en-US" altLang="ko-KR" sz="2400" dirty="0">
                <a:solidFill>
                  <a:srgbClr val="FFFF00"/>
                </a:solidFill>
              </a:rPr>
              <a:t>….</a:t>
            </a:r>
            <a:r>
              <a:rPr lang="en-US" altLang="ko-KR" sz="2400" dirty="0"/>
              <a:t>)</a:t>
            </a:r>
          </a:p>
          <a:p>
            <a:pPr algn="ctr"/>
            <a:r>
              <a:rPr lang="ko-KR" altLang="en-US" sz="2400" dirty="0"/>
              <a:t>받침이 </a:t>
            </a:r>
            <a:r>
              <a:rPr lang="ko-KR" alt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없는</a:t>
            </a:r>
            <a:r>
              <a:rPr lang="ko-KR" altLang="en-US" sz="2400" dirty="0"/>
              <a:t> 명사</a:t>
            </a:r>
            <a:r>
              <a:rPr lang="en-US" altLang="ko-KR" sz="2400" dirty="0"/>
              <a:t>+</a:t>
            </a:r>
            <a:r>
              <a:rPr lang="ko-KR" alt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예요</a:t>
            </a:r>
            <a:r>
              <a:rPr lang="en-US" altLang="ko-KR" sz="2400" dirty="0"/>
              <a:t>.(</a:t>
            </a:r>
            <a:r>
              <a:rPr lang="ko-KR" alt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나라</a:t>
            </a:r>
            <a:r>
              <a:rPr lang="en-US" altLang="ko-KR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</a:t>
            </a:r>
            <a:r>
              <a:rPr lang="ko-KR" alt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바다</a:t>
            </a:r>
            <a:r>
              <a:rPr lang="en-US" altLang="ko-KR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</a:t>
            </a:r>
            <a:r>
              <a:rPr lang="ko-KR" alt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아버지</a:t>
            </a:r>
            <a:r>
              <a:rPr lang="en-US" altLang="ko-KR" sz="2400" dirty="0"/>
              <a:t>..)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5373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D84593-9858-1A76-3D80-B8876F06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네 </a:t>
            </a:r>
            <a:r>
              <a:rPr lang="en-US" altLang="ko-KR" dirty="0"/>
              <a:t>/ </a:t>
            </a:r>
            <a:r>
              <a:rPr lang="ko-KR" altLang="en-US" dirty="0"/>
              <a:t>아니요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18AFEF-1843-4DFB-8864-5827AC999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" y="18891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책 </a:t>
            </a:r>
            <a:r>
              <a:rPr lang="en-US" altLang="ko-KR" dirty="0"/>
              <a:t>/ </a:t>
            </a:r>
            <a:r>
              <a:rPr lang="ko-KR" altLang="en-US" dirty="0"/>
              <a:t>공책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한복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커피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언니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>
                <a:sym typeface="Wingdings" panose="05000000000000000000" pitchFamily="2" charset="2"/>
              </a:rPr>
              <a:t>동생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프랑스 사람</a:t>
            </a:r>
          </a:p>
        </p:txBody>
      </p:sp>
      <p:pic>
        <p:nvPicPr>
          <p:cNvPr id="4" name="내용 개체 틀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4F71D0-00F8-9A35-278F-C4257A28A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2" t="38450" r="8142" b="24573"/>
          <a:stretch>
            <a:fillRect/>
          </a:stretch>
        </p:blipFill>
        <p:spPr>
          <a:xfrm>
            <a:off x="3201067" y="365125"/>
            <a:ext cx="8838533" cy="630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15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440A6-2B09-E9D0-BB30-FCFC07FA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365125"/>
            <a:ext cx="12090400" cy="1325563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누구 </a:t>
            </a:r>
            <a:r>
              <a:rPr lang="en-US" altLang="ko-KR" sz="3600" dirty="0"/>
              <a:t>/ </a:t>
            </a:r>
            <a:r>
              <a:rPr lang="ko-KR" altLang="en-US" sz="3600" dirty="0"/>
              <a:t>친구 </a:t>
            </a:r>
            <a:r>
              <a:rPr lang="en-US" altLang="ko-KR" sz="3600" dirty="0"/>
              <a:t>/ </a:t>
            </a:r>
            <a:r>
              <a:rPr lang="ko-KR" altLang="en-US" sz="3600" dirty="0"/>
              <a:t>한국 사람 </a:t>
            </a:r>
            <a:r>
              <a:rPr lang="en-US" altLang="ko-KR" sz="3600" dirty="0"/>
              <a:t>/ </a:t>
            </a:r>
            <a:r>
              <a:rPr lang="ko-KR" altLang="en-US" sz="3600" dirty="0"/>
              <a:t>태국 사람 </a:t>
            </a:r>
            <a:r>
              <a:rPr lang="en-US" altLang="ko-KR" sz="3600" dirty="0"/>
              <a:t>+ </a:t>
            </a:r>
            <a:r>
              <a:rPr lang="ko-KR" altLang="en-US" sz="3600" dirty="0">
                <a:highlight>
                  <a:srgbClr val="FFFF00"/>
                </a:highlight>
              </a:rPr>
              <a:t>이에요</a:t>
            </a:r>
            <a:r>
              <a:rPr lang="en-US" altLang="ko-KR" sz="3600" dirty="0">
                <a:highlight>
                  <a:srgbClr val="FFFF00"/>
                </a:highlight>
              </a:rPr>
              <a:t>/</a:t>
            </a:r>
            <a:r>
              <a:rPr lang="ko-KR" altLang="en-US" sz="3600" dirty="0">
                <a:highlight>
                  <a:srgbClr val="FFFF00"/>
                </a:highlight>
              </a:rPr>
              <a:t>예요</a:t>
            </a:r>
            <a:r>
              <a:rPr lang="en-US" altLang="ko-KR" sz="3600" dirty="0"/>
              <a:t>? </a:t>
            </a:r>
            <a:r>
              <a:rPr lang="ko-KR" altLang="en-US" sz="3600" dirty="0"/>
              <a:t> </a:t>
            </a:r>
          </a:p>
        </p:txBody>
      </p:sp>
      <p:pic>
        <p:nvPicPr>
          <p:cNvPr id="4" name="내용 개체 틀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D2E207-24CD-0B2B-12C0-D9EEE3296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4" t="78015" r="3760" b="3664"/>
          <a:stretch>
            <a:fillRect/>
          </a:stretch>
        </p:blipFill>
        <p:spPr>
          <a:xfrm>
            <a:off x="101600" y="2095499"/>
            <a:ext cx="11948461" cy="390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42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42DEE-605A-E772-85F2-A53D7150C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문법 </a:t>
            </a:r>
            <a:r>
              <a:rPr lang="en-US" altLang="ko-KR" dirty="0"/>
              <a:t>2   </a:t>
            </a:r>
            <a:r>
              <a:rPr lang="ko-KR" altLang="en-US" dirty="0"/>
              <a:t>은</a:t>
            </a:r>
            <a:r>
              <a:rPr lang="en-US" altLang="ko-KR" dirty="0"/>
              <a:t>/</a:t>
            </a:r>
            <a:r>
              <a:rPr lang="ko-KR" altLang="en-US" dirty="0"/>
              <a:t>는 </a:t>
            </a:r>
          </a:p>
        </p:txBody>
      </p:sp>
      <p:pic>
        <p:nvPicPr>
          <p:cNvPr id="5" name="내용 개체 틀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5E5252-56AA-B6F9-F5CF-C18CC67F9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" t="3342" r="9270" b="66195"/>
          <a:stretch>
            <a:fillRect/>
          </a:stretch>
        </p:blipFill>
        <p:spPr>
          <a:xfrm>
            <a:off x="330200" y="196210"/>
            <a:ext cx="11176000" cy="6509461"/>
          </a:xfrm>
        </p:spPr>
      </p:pic>
    </p:spTree>
    <p:extLst>
      <p:ext uri="{BB962C8B-B14F-4D97-AF65-F5344CB8AC3E}">
        <p14:creationId xmlns:p14="http://schemas.microsoft.com/office/powerpoint/2010/main" val="4020017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4F313-88C8-86F6-0690-BCBBBA08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30" y="3397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받침이 </a:t>
            </a:r>
            <a:r>
              <a:rPr lang="ko-KR" altLang="en-US" sz="2800" dirty="0">
                <a:solidFill>
                  <a:srgbClr val="FF0000"/>
                </a:solidFill>
              </a:rPr>
              <a:t>있는</a:t>
            </a:r>
            <a:r>
              <a:rPr lang="ko-KR" altLang="en-US" sz="2800" dirty="0"/>
              <a:t> 명사</a:t>
            </a:r>
            <a:r>
              <a:rPr lang="en-US" altLang="ko-KR" sz="2800" dirty="0"/>
              <a:t>(</a:t>
            </a:r>
            <a:r>
              <a:rPr lang="ko-KR" altLang="en-US" sz="2800" dirty="0">
                <a:solidFill>
                  <a:srgbClr val="FF0000"/>
                </a:solidFill>
              </a:rPr>
              <a:t>동생</a:t>
            </a:r>
            <a:r>
              <a:rPr lang="en-US" altLang="ko-KR" sz="2800" dirty="0"/>
              <a:t>..)</a:t>
            </a:r>
            <a:r>
              <a:rPr lang="ko-KR" altLang="en-US" sz="2800" dirty="0"/>
              <a:t> </a:t>
            </a:r>
            <a:r>
              <a:rPr lang="en-US" altLang="ko-KR" sz="2800" dirty="0"/>
              <a:t>+</a:t>
            </a:r>
            <a:r>
              <a:rPr lang="ko-KR" altLang="en-US" sz="2800" dirty="0">
                <a:solidFill>
                  <a:srgbClr val="FF0000"/>
                </a:solidFill>
              </a:rPr>
              <a:t>은</a:t>
            </a:r>
            <a:br>
              <a:rPr lang="en-US" altLang="ko-KR" sz="2800" dirty="0"/>
            </a:br>
            <a:r>
              <a:rPr lang="ko-KR" altLang="en-US" sz="2800" dirty="0"/>
              <a:t>받침이 </a:t>
            </a:r>
            <a:r>
              <a:rPr lang="ko-KR" altLang="en-US" sz="2800" dirty="0">
                <a:solidFill>
                  <a:srgbClr val="7030A0"/>
                </a:solidFill>
              </a:rPr>
              <a:t>없는</a:t>
            </a:r>
            <a:r>
              <a:rPr lang="ko-KR" altLang="en-US" sz="2800" dirty="0"/>
              <a:t> 명사</a:t>
            </a:r>
            <a:r>
              <a:rPr lang="en-US" altLang="ko-KR" sz="2800" dirty="0"/>
              <a:t>(</a:t>
            </a:r>
            <a:r>
              <a:rPr lang="ko-KR" altLang="en-US" sz="2800" dirty="0">
                <a:solidFill>
                  <a:srgbClr val="7030A0"/>
                </a:solidFill>
              </a:rPr>
              <a:t>나</a:t>
            </a:r>
            <a:r>
              <a:rPr lang="en-US" altLang="ko-KR" sz="2800" dirty="0">
                <a:solidFill>
                  <a:srgbClr val="7030A0"/>
                </a:solidFill>
              </a:rPr>
              <a:t>,</a:t>
            </a:r>
            <a:r>
              <a:rPr lang="ko-KR" altLang="en-US" sz="2800" dirty="0">
                <a:solidFill>
                  <a:srgbClr val="7030A0"/>
                </a:solidFill>
              </a:rPr>
              <a:t>저</a:t>
            </a:r>
            <a:r>
              <a:rPr lang="en-US" altLang="ko-KR" sz="2800" dirty="0"/>
              <a:t>..)</a:t>
            </a:r>
            <a:r>
              <a:rPr lang="ko-KR" altLang="en-US" sz="2800" dirty="0"/>
              <a:t> </a:t>
            </a:r>
            <a:r>
              <a:rPr lang="en-US" altLang="ko-KR" sz="2800" dirty="0"/>
              <a:t>+</a:t>
            </a:r>
            <a:r>
              <a:rPr lang="ko-KR" altLang="en-US" sz="2800" dirty="0">
                <a:solidFill>
                  <a:srgbClr val="7030A0"/>
                </a:solidFill>
              </a:rPr>
              <a:t>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2B952B-E2AB-1488-57DE-EB979047D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dirty="0"/>
              <a:t>나</a:t>
            </a:r>
            <a:r>
              <a:rPr lang="en-US" altLang="ko-KR" dirty="0"/>
              <a:t>/</a:t>
            </a:r>
            <a:r>
              <a:rPr lang="ko-KR" altLang="en-US" dirty="0"/>
              <a:t>저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동생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어머니（어머니</a:t>
            </a:r>
            <a:r>
              <a:rPr lang="ko-KR" altLang="en-US" dirty="0" err="1">
                <a:highlight>
                  <a:srgbClr val="FFFF00"/>
                </a:highlight>
              </a:rPr>
              <a:t>의</a:t>
            </a:r>
            <a:r>
              <a:rPr lang="ko-KR" altLang="en-US" dirty="0"/>
              <a:t>　언니）　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형　（나</a:t>
            </a:r>
            <a:r>
              <a:rPr lang="ko-KR" altLang="en-US" dirty="0">
                <a:highlight>
                  <a:srgbClr val="FFFF00"/>
                </a:highlight>
              </a:rPr>
              <a:t>의</a:t>
            </a:r>
            <a:r>
              <a:rPr lang="ko-KR" altLang="en-US" dirty="0"/>
              <a:t>　형）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회사원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선생님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의사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가수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내용 개체 틀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3AD186-5E57-D039-456C-EEEAB4C30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0" t="36899" r="32804" b="26873"/>
          <a:stretch>
            <a:fillRect/>
          </a:stretch>
        </p:blipFill>
        <p:spPr>
          <a:xfrm>
            <a:off x="4991100" y="212724"/>
            <a:ext cx="7069670" cy="651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8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162</Words>
  <Application>Microsoft Office PowerPoint</Application>
  <PresentationFormat>와이드스크린</PresentationFormat>
  <Paragraphs>51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２０２５１２０９</vt:lpstr>
      <vt:lpstr>수업의 순서</vt:lpstr>
      <vt:lpstr>어휘와 표현 1.</vt:lpstr>
      <vt:lpstr>어휘와 표현 2</vt:lpstr>
      <vt:lpstr>어휘와 표현 3</vt:lpstr>
      <vt:lpstr>PowerPoint 프레젠테이션</vt:lpstr>
      <vt:lpstr>네 / 아니요 </vt:lpstr>
      <vt:lpstr>누구 / 친구 / 한국 사람 / 태국 사람 + 이에요/예요?  </vt:lpstr>
      <vt:lpstr>문법 2   은/는 </vt:lpstr>
      <vt:lpstr>받침이 있는 명사(동생..) +은 받침이 없는 명사(나,저..) +는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찬일 김</dc:creator>
  <cp:lastModifiedBy>찬일 김</cp:lastModifiedBy>
  <cp:revision>1</cp:revision>
  <dcterms:created xsi:type="dcterms:W3CDTF">2025-12-09T11:59:29Z</dcterms:created>
  <dcterms:modified xsi:type="dcterms:W3CDTF">2025-12-09T12:01:52Z</dcterms:modified>
</cp:coreProperties>
</file>