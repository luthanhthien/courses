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0" r:id="rId4"/>
    <p:sldId id="261" r:id="rId5"/>
    <p:sldId id="264" r:id="rId6"/>
    <p:sldId id="257" r:id="rId7"/>
    <p:sldId id="258" r:id="rId8"/>
    <p:sldId id="262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F284B0-3F74-4FE9-BA5D-0326E87DBF43}" v="26" dt="2025-12-15T07:10:06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Moon" userId="c7834b31f1911408" providerId="LiveId" clId="{4AEE289E-8FE7-4574-BD40-8E6419E2BBBA}"/>
    <pc:docChg chg="undo custSel addSld modSld">
      <pc:chgData name="Catherine Moon" userId="c7834b31f1911408" providerId="LiveId" clId="{4AEE289E-8FE7-4574-BD40-8E6419E2BBBA}" dt="2025-12-15T11:51:50.582" v="1250" actId="6549"/>
      <pc:docMkLst>
        <pc:docMk/>
      </pc:docMkLst>
      <pc:sldChg chg="modSp new mod">
        <pc:chgData name="Catherine Moon" userId="c7834b31f1911408" providerId="LiveId" clId="{4AEE289E-8FE7-4574-BD40-8E6419E2BBBA}" dt="2025-12-15T11:51:50.582" v="1250" actId="6549"/>
        <pc:sldMkLst>
          <pc:docMk/>
          <pc:sldMk cId="2141266860" sldId="263"/>
        </pc:sldMkLst>
        <pc:spChg chg="mod">
          <ac:chgData name="Catherine Moon" userId="c7834b31f1911408" providerId="LiveId" clId="{4AEE289E-8FE7-4574-BD40-8E6419E2BBBA}" dt="2025-12-15T06:59:20.725" v="18" actId="20577"/>
          <ac:spMkLst>
            <pc:docMk/>
            <pc:sldMk cId="2141266860" sldId="263"/>
            <ac:spMk id="2" creationId="{78B767AE-5889-C194-8E11-EB89FC4F365D}"/>
          </ac:spMkLst>
        </pc:spChg>
        <pc:spChg chg="mod">
          <ac:chgData name="Catherine Moon" userId="c7834b31f1911408" providerId="LiveId" clId="{4AEE289E-8FE7-4574-BD40-8E6419E2BBBA}" dt="2025-12-15T11:51:50.582" v="1250" actId="6549"/>
          <ac:spMkLst>
            <pc:docMk/>
            <pc:sldMk cId="2141266860" sldId="263"/>
            <ac:spMk id="3" creationId="{81718A9C-E8FD-5786-8630-AEEEA17B8056}"/>
          </ac:spMkLst>
        </pc:spChg>
      </pc:sldChg>
      <pc:sldChg chg="modSp new mod">
        <pc:chgData name="Catherine Moon" userId="c7834b31f1911408" providerId="LiveId" clId="{4AEE289E-8FE7-4574-BD40-8E6419E2BBBA}" dt="2025-12-15T07:03:27.269" v="520" actId="20577"/>
        <pc:sldMkLst>
          <pc:docMk/>
          <pc:sldMk cId="1201830772" sldId="264"/>
        </pc:sldMkLst>
        <pc:spChg chg="mod">
          <ac:chgData name="Catherine Moon" userId="c7834b31f1911408" providerId="LiveId" clId="{4AEE289E-8FE7-4574-BD40-8E6419E2BBBA}" dt="2025-12-15T07:03:01.088" v="400" actId="20577"/>
          <ac:spMkLst>
            <pc:docMk/>
            <pc:sldMk cId="1201830772" sldId="264"/>
            <ac:spMk id="2" creationId="{360D2197-3C9D-5A39-6CC3-9A2D376DC3D3}"/>
          </ac:spMkLst>
        </pc:spChg>
        <pc:spChg chg="mod">
          <ac:chgData name="Catherine Moon" userId="c7834b31f1911408" providerId="LiveId" clId="{4AEE289E-8FE7-4574-BD40-8E6419E2BBBA}" dt="2025-12-15T07:03:27.269" v="520" actId="20577"/>
          <ac:spMkLst>
            <pc:docMk/>
            <pc:sldMk cId="1201830772" sldId="264"/>
            <ac:spMk id="3" creationId="{54144BF3-E75F-E2A9-C798-ED67269F540B}"/>
          </ac:spMkLst>
        </pc:spChg>
      </pc:sldChg>
      <pc:sldChg chg="addSp delSp modSp new mod">
        <pc:chgData name="Catherine Moon" userId="c7834b31f1911408" providerId="LiveId" clId="{4AEE289E-8FE7-4574-BD40-8E6419E2BBBA}" dt="2025-12-15T11:15:29.803" v="1232" actId="113"/>
        <pc:sldMkLst>
          <pc:docMk/>
          <pc:sldMk cId="2086353069" sldId="265"/>
        </pc:sldMkLst>
        <pc:spChg chg="mod">
          <ac:chgData name="Catherine Moon" userId="c7834b31f1911408" providerId="LiveId" clId="{4AEE289E-8FE7-4574-BD40-8E6419E2BBBA}" dt="2025-12-15T07:07:51.268" v="748" actId="20577"/>
          <ac:spMkLst>
            <pc:docMk/>
            <pc:sldMk cId="2086353069" sldId="265"/>
            <ac:spMk id="2" creationId="{6D79A129-416F-E3FB-861A-0A8541E9FBB3}"/>
          </ac:spMkLst>
        </pc:spChg>
        <pc:spChg chg="del mod">
          <ac:chgData name="Catherine Moon" userId="c7834b31f1911408" providerId="LiveId" clId="{4AEE289E-8FE7-4574-BD40-8E6419E2BBBA}" dt="2025-12-15T07:08:23.989" v="750" actId="3680"/>
          <ac:spMkLst>
            <pc:docMk/>
            <pc:sldMk cId="2086353069" sldId="265"/>
            <ac:spMk id="3" creationId="{BB73F85D-CF2A-85AD-F377-A0CF07C8D4EA}"/>
          </ac:spMkLst>
        </pc:spChg>
        <pc:graphicFrameChg chg="add mod ord modGraphic">
          <ac:chgData name="Catherine Moon" userId="c7834b31f1911408" providerId="LiveId" clId="{4AEE289E-8FE7-4574-BD40-8E6419E2BBBA}" dt="2025-12-15T11:15:29.803" v="1232" actId="113"/>
          <ac:graphicFrameMkLst>
            <pc:docMk/>
            <pc:sldMk cId="2086353069" sldId="265"/>
            <ac:graphicFrameMk id="4" creationId="{EF945D15-ABE7-5573-244D-0D9639967464}"/>
          </ac:graphicFrameMkLst>
        </pc:graphicFrameChg>
      </pc:sldChg>
      <pc:sldChg chg="addSp delSp modSp new mod">
        <pc:chgData name="Catherine Moon" userId="c7834b31f1911408" providerId="LiveId" clId="{4AEE289E-8FE7-4574-BD40-8E6419E2BBBA}" dt="2025-12-15T11:14:37.807" v="1230" actId="207"/>
        <pc:sldMkLst>
          <pc:docMk/>
          <pc:sldMk cId="375198997" sldId="266"/>
        </pc:sldMkLst>
        <pc:spChg chg="mod">
          <ac:chgData name="Catherine Moon" userId="c7834b31f1911408" providerId="LiveId" clId="{4AEE289E-8FE7-4574-BD40-8E6419E2BBBA}" dt="2025-12-15T11:11:19.945" v="1216" actId="20577"/>
          <ac:spMkLst>
            <pc:docMk/>
            <pc:sldMk cId="375198997" sldId="266"/>
            <ac:spMk id="2" creationId="{7DEEDD56-27DA-0A10-58F8-5C4C15CC827F}"/>
          </ac:spMkLst>
        </pc:spChg>
        <pc:spChg chg="del">
          <ac:chgData name="Catherine Moon" userId="c7834b31f1911408" providerId="LiveId" clId="{4AEE289E-8FE7-4574-BD40-8E6419E2BBBA}" dt="2025-12-15T11:07:10.536" v="943"/>
          <ac:spMkLst>
            <pc:docMk/>
            <pc:sldMk cId="375198997" sldId="266"/>
            <ac:spMk id="3" creationId="{EB6A2797-A122-A837-C360-D908BF8B37D1}"/>
          </ac:spMkLst>
        </pc:spChg>
        <pc:spChg chg="add mod">
          <ac:chgData name="Catherine Moon" userId="c7834b31f1911408" providerId="LiveId" clId="{4AEE289E-8FE7-4574-BD40-8E6419E2BBBA}" dt="2025-12-15T11:14:37.807" v="1230" actId="207"/>
          <ac:spMkLst>
            <pc:docMk/>
            <pc:sldMk cId="375198997" sldId="266"/>
            <ac:spMk id="4" creationId="{5C7B0348-F456-DC99-451A-43EA492EE1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68338-BB78-2F17-8E8F-60ADC2E35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755382-9AAA-0CE6-7915-913B64226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737501-4B01-1B9A-AAEC-25C6534A7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0F2A9-20E0-8910-95FE-E3789F8D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D4AC8-8CD0-5327-2AAC-5FB94135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83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01CF2-E779-E366-AED8-5DC1BBB3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B6035-5095-869B-4B81-B5E58B94F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67206-E638-CF5E-6AC2-0C4EB9BF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CC8D6-8FF1-6A32-3024-EC5475D9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2CD35E-B7FB-3CCA-69A8-47847265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32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B008C-7C34-760A-0B10-EB61CE49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4C3D15-08A8-661F-2329-0F6820D6A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98E6F-F2AD-5BFF-BE8E-0698730A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EF7DA-DEDC-F3D8-48CC-F4568608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5FFB86-D3B9-35B3-AFE1-6BAA448A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1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D0638-8E91-22AD-2EFE-B3355E25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2C095-5769-4CB1-FBE1-B483C62D1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E78F0F-64C0-92EF-FA62-E08C16FE2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2B8371-3C6F-C6B1-CFFD-9EA0899D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166F2-DC46-9BD8-5AC7-5CEC743A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9F7AE-C4DD-BB88-79ED-50BF0B11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3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17E0E-7D5D-31E6-486F-BC4B3092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3E3F3-9708-B440-7C49-9541AE18E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154418-AAAC-DEA6-781B-00F4D1A3B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03C739-1473-E423-6364-8DEF99701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E88BD0-2FB5-2FA1-A322-11AAD50B9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9A8DB3-B422-4D2E-A5E3-7EEDD0D2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92CFED-63B6-AC80-5EE0-A89E0501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F38D3B-4A9C-2AFC-92AE-AAC984F6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2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27E-3565-615D-5747-8F5D75F3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AA1853-5EC8-8DD9-81FE-66FC64B2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C2216B-D086-A5A4-F9D5-FD6312FA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D660C6-9217-A9F1-3181-2FD5D824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80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1FB899-6675-AF17-B929-FDC316AA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DD995A-E268-4FE4-977E-003DA08F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D299CC-8FC2-93E8-C573-FE347A26F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87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15E9A-54F6-49FD-46F6-C6898BCD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23B1C-C725-044F-AEA3-397059A96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9D763-A4F1-38AC-A184-7324B44CD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918A6-CC0B-26CE-7ADF-A78A1067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02F368-6084-0121-AC5E-E1280294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42C6D0-75CD-5131-B03D-F7EC5C88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23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0F3BC-07BA-ED1E-85C0-15524F4E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534109-9994-CCD3-736A-CF2EAB123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95CAB2-AAAF-1F30-24CE-FBDECEF11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4D201C-EEAB-5F79-90FB-B3871D31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A8C0F-6613-330F-A9C6-C02D2E1C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79903E-D7AF-F09E-DE05-38E3C338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69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74911-C5C2-2A72-8EA1-90C2613C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6EADF5-61F2-4916-A807-012F338ED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7363C-0CEC-2FB6-3B56-A07CEFF9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AF285E-D600-F395-5B16-AFC1A331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DFB414-B831-5E49-9295-A0FB7F75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41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4C70BF-2120-B0B0-A3A2-33FFEC1AA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DA990-BC7C-C50B-EFC9-9344DFF79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81CD93-3812-1E10-0B74-E8E2A6A3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13096D-31CD-126C-05D8-6D5659D3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D8F48-BB44-B10D-BEA2-6526A1DD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F1C497-8A99-A070-90B8-28E787AF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7325F8-0542-EE0E-BDBF-8AF349E86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DB68D-6B34-C944-CC73-84B7C08FE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62497-08E9-45AE-A1F9-BEA579F7818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134928-5F34-BA8C-D75A-A00F28E9A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AC1B8-2958-57B2-E94A-D80620FFD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3AE2C-4A74-4375-8932-613C8CEB41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1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67AE-5889-C194-8E11-EB89FC4F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</a:t>
            </a:r>
            <a:r>
              <a:rPr lang="ko-KR" altLang="en-US" dirty="0"/>
              <a:t>과 복습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18A9C-E8FD-5786-8630-AEEEA17B8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</a:t>
            </a:r>
            <a:r>
              <a:rPr lang="ko-KR" altLang="en-US" dirty="0"/>
              <a:t>새로운 어휘</a:t>
            </a:r>
            <a:r>
              <a:rPr lang="en-US" altLang="ko-KR" dirty="0"/>
              <a:t>&gt;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나라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/>
              <a:t>한국 캐나다 베트남 미국 프랑스 태국 인도네시아 중국 일본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러시아 케냐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직업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/>
              <a:t>회사원 대학생 의사 경찰 선생님 가수 요리사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친구 모자 한복 커피 언니 동생 아버지  </a:t>
            </a:r>
          </a:p>
        </p:txBody>
      </p:sp>
    </p:spTree>
    <p:extLst>
      <p:ext uri="{BB962C8B-B14F-4D97-AF65-F5344CB8AC3E}">
        <p14:creationId xmlns:p14="http://schemas.microsoft.com/office/powerpoint/2010/main" val="214126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18F3F-8E31-2AB1-D1B8-C8623D640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127" y="207963"/>
            <a:ext cx="9144000" cy="893473"/>
          </a:xfrm>
        </p:spPr>
        <p:txBody>
          <a:bodyPr>
            <a:normAutofit/>
          </a:bodyPr>
          <a:lstStyle/>
          <a:p>
            <a:r>
              <a:rPr lang="ko-KR" altLang="en-US" sz="4000" dirty="0" err="1"/>
              <a:t>이에요</a:t>
            </a:r>
            <a:r>
              <a:rPr lang="en-US" altLang="ko-KR" sz="4000" dirty="0"/>
              <a:t>/</a:t>
            </a:r>
            <a:r>
              <a:rPr lang="ko-KR" altLang="en-US" sz="4000" dirty="0"/>
              <a:t>예요</a:t>
            </a:r>
          </a:p>
        </p:txBody>
      </p:sp>
      <p:pic>
        <p:nvPicPr>
          <p:cNvPr id="5" name="그림 4" descr="텍스트, 친필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B694E-38CA-0F9E-C919-778ED8009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t="9848" r="2105" b="69243"/>
          <a:stretch>
            <a:fillRect/>
          </a:stretch>
        </p:blipFill>
        <p:spPr>
          <a:xfrm>
            <a:off x="197427" y="1475507"/>
            <a:ext cx="11720946" cy="43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33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B251D-5E05-D3DA-1237-7F8D6C9B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이에요</a:t>
            </a:r>
            <a:r>
              <a:rPr lang="en-US" altLang="ko-KR" dirty="0"/>
              <a:t>/</a:t>
            </a:r>
            <a:r>
              <a:rPr lang="ko-KR" altLang="en-US" dirty="0"/>
              <a:t>예요</a:t>
            </a:r>
          </a:p>
        </p:txBody>
      </p:sp>
      <p:pic>
        <p:nvPicPr>
          <p:cNvPr id="4" name="그림 3" descr="텍스트, 친필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BD668B-33DC-8DD6-6EC5-FFD1910BE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t="35000" r="11581" b="45606"/>
          <a:stretch>
            <a:fillRect/>
          </a:stretch>
        </p:blipFill>
        <p:spPr>
          <a:xfrm>
            <a:off x="225353" y="1797626"/>
            <a:ext cx="11748550" cy="387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2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1B8F-214F-BC56-5EEA-6343000FD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누구예요</a:t>
            </a:r>
            <a:r>
              <a:rPr lang="en-US" altLang="ko-KR" dirty="0"/>
              <a:t>?/</a:t>
            </a:r>
            <a:r>
              <a:rPr lang="ko-KR" altLang="en-US" dirty="0"/>
              <a:t>무엇이에요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그림 3" descr="텍스트, 친필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44743F-04F8-61CC-5758-BFEB51C5A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" t="55000" r="14005" b="19848"/>
          <a:stretch>
            <a:fillRect/>
          </a:stretch>
        </p:blipFill>
        <p:spPr>
          <a:xfrm>
            <a:off x="529935" y="1704109"/>
            <a:ext cx="10972801" cy="45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9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D2197-3C9D-5A39-6CC3-9A2D376D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질문과 대답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144BF3-E75F-E2A9-C798-ED67269F5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이름이 </a:t>
            </a:r>
            <a:r>
              <a:rPr lang="ko-KR" altLang="en-US" dirty="0" err="1"/>
              <a:t>뭐예요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ko-KR" altLang="en-US" dirty="0"/>
              <a:t>직업이 무엇이에요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ko-KR" altLang="en-US" dirty="0"/>
              <a:t>어느 나라 사람이에요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183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6ED8D-0FFA-20B8-55D3-BD331C5E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은</a:t>
            </a:r>
            <a:r>
              <a:rPr lang="en-US" altLang="ko-KR" dirty="0"/>
              <a:t>/</a:t>
            </a:r>
            <a:r>
              <a:rPr lang="ko-KR" altLang="en-US" dirty="0"/>
              <a:t>는</a:t>
            </a:r>
          </a:p>
        </p:txBody>
      </p:sp>
      <p:pic>
        <p:nvPicPr>
          <p:cNvPr id="5" name="내용 개체 틀 4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D39330-1D2A-4B3E-CB9B-3C000F5DD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5" t="9864" r="2463" b="68046"/>
          <a:stretch>
            <a:fillRect/>
          </a:stretch>
        </p:blipFill>
        <p:spPr>
          <a:xfrm>
            <a:off x="287480" y="1510361"/>
            <a:ext cx="11714793" cy="4235811"/>
          </a:xfrm>
        </p:spPr>
      </p:pic>
    </p:spTree>
    <p:extLst>
      <p:ext uri="{BB962C8B-B14F-4D97-AF65-F5344CB8AC3E}">
        <p14:creationId xmlns:p14="http://schemas.microsoft.com/office/powerpoint/2010/main" val="6313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6D34C-7972-6AE6-08D0-43D3A615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은</a:t>
            </a:r>
            <a:r>
              <a:rPr lang="en-US" altLang="ko-KR" dirty="0"/>
              <a:t>/</a:t>
            </a:r>
            <a:r>
              <a:rPr lang="ko-KR" altLang="en-US" dirty="0"/>
              <a:t>는</a:t>
            </a:r>
          </a:p>
        </p:txBody>
      </p:sp>
      <p:pic>
        <p:nvPicPr>
          <p:cNvPr id="4" name="내용 개체 틀 4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AA0C45-AB15-3742-D306-412510A44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3" t="38520" r="9714" b="39988"/>
          <a:stretch>
            <a:fillRect/>
          </a:stretch>
        </p:blipFill>
        <p:spPr>
          <a:xfrm>
            <a:off x="238991" y="1503652"/>
            <a:ext cx="11701299" cy="438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53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AD8A5-B026-011B-9A9B-8A85F0AD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323563"/>
            <a:ext cx="10515600" cy="60123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은</a:t>
            </a:r>
            <a:r>
              <a:rPr lang="en-US" altLang="ko-KR" dirty="0"/>
              <a:t>/</a:t>
            </a:r>
            <a:r>
              <a:rPr lang="ko-KR" altLang="en-US" dirty="0"/>
              <a:t>는</a:t>
            </a:r>
          </a:p>
        </p:txBody>
      </p:sp>
      <p:pic>
        <p:nvPicPr>
          <p:cNvPr id="4" name="내용 개체 틀 4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B0BB3E-E6C7-309B-A86C-A7434D5AC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2" t="67414" r="2378" b="3452"/>
          <a:stretch>
            <a:fillRect/>
          </a:stretch>
        </p:blipFill>
        <p:spPr>
          <a:xfrm>
            <a:off x="187036" y="1338290"/>
            <a:ext cx="10941628" cy="517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9A129-416F-E3FB-861A-0A8541E9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(</a:t>
            </a:r>
            <a:r>
              <a:rPr lang="ko-KR" altLang="en-US" dirty="0"/>
              <a:t>한자어 숫자와 순수 한국어 숫자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F945D15-ABE7-5573-244D-0D9639967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737746"/>
              </p:ext>
            </p:extLst>
          </p:nvPr>
        </p:nvGraphicFramePr>
        <p:xfrm>
          <a:off x="103909" y="1825625"/>
          <a:ext cx="1186642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551">
                  <a:extLst>
                    <a:ext uri="{9D8B030D-6E8A-4147-A177-3AD203B41FA5}">
                      <a16:colId xmlns:a16="http://schemas.microsoft.com/office/drawing/2014/main" val="1834383721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2601756638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3609396040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1203613740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3380447353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3171689040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291733650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551736494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1751395872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2486337068"/>
                    </a:ext>
                  </a:extLst>
                </a:gridCol>
                <a:gridCol w="1074987">
                  <a:extLst>
                    <a:ext uri="{9D8B030D-6E8A-4147-A177-3AD203B41FA5}">
                      <a16:colId xmlns:a16="http://schemas.microsoft.com/office/drawing/2014/main" val="699085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1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2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3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4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5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6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7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8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9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10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66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한자어 숫자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C00000"/>
                          </a:solidFill>
                        </a:rPr>
                        <a:t>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41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순수 </a:t>
                      </a:r>
                      <a:endParaRPr lang="en-US" altLang="ko-KR" sz="2000" dirty="0"/>
                    </a:p>
                    <a:p>
                      <a:pPr latinLnBrk="1"/>
                      <a:r>
                        <a:rPr lang="ko-KR" altLang="en-US" sz="2000" dirty="0"/>
                        <a:t>한국어 숫자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하나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다섯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여섯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일곱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여덟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아홉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2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35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EDD56-27DA-0A10-58F8-5C4C15C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한자어 숫자 </a:t>
            </a:r>
            <a:r>
              <a:rPr lang="en-US" altLang="ko-KR" dirty="0" err="1"/>
              <a:t>sino</a:t>
            </a:r>
            <a:r>
              <a:rPr lang="en-US" altLang="ko-KR" dirty="0"/>
              <a:t> Korean numbers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B0348-F456-DC99-451A-43EA492EE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7633" y="2360479"/>
            <a:ext cx="11920251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날짜</a:t>
            </a:r>
            <a:r>
              <a:rPr lang="ko-KR" altLang="en-US" b="1" dirty="0"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Years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months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days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., </a:t>
            </a:r>
            <a:r>
              <a:rPr kumimoji="0" lang="ko-KR" altLang="ko-KR" b="0" i="1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일월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January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돈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Money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Korean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시간의 분과 초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Minutes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seconds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generally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1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hour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전화번호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Phone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numbers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address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numbers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길이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부피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무게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Measurements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volume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이상의 숫자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Numbers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100 and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above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9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C1ADD-8E5A-0545-3C1B-F7399B27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날짜가 </a:t>
            </a:r>
            <a:r>
              <a:rPr lang="ko-KR" altLang="en-US" dirty="0" err="1"/>
              <a:t>언제예요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8ABFA5-139C-4C77-0DD6-9D6B1E42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오늘이 </a:t>
            </a:r>
            <a:r>
              <a:rPr lang="ko-KR" altLang="en-US" dirty="0" err="1"/>
              <a:t>며칠이에요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오늘은 </a:t>
            </a:r>
            <a:r>
              <a:rPr lang="en-US" altLang="ko-KR" dirty="0"/>
              <a:t>12</a:t>
            </a:r>
            <a:r>
              <a:rPr lang="ko-KR" altLang="en-US" dirty="0">
                <a:highlight>
                  <a:srgbClr val="FFFF00"/>
                </a:highlight>
              </a:rPr>
              <a:t>월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 err="1">
                <a:highlight>
                  <a:srgbClr val="FFFF00"/>
                </a:highlight>
              </a:rPr>
              <a:t>일</a:t>
            </a:r>
            <a:r>
              <a:rPr lang="ko-KR" altLang="en-US" dirty="0" err="1"/>
              <a:t>이에요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0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191</Words>
  <Application>Microsoft Office PowerPoint</Application>
  <PresentationFormat>와이드스크린</PresentationFormat>
  <Paragraphs>68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제 1과 복습 </vt:lpstr>
      <vt:lpstr>이에요/예요</vt:lpstr>
      <vt:lpstr>이에요/예요</vt:lpstr>
      <vt:lpstr>누구예요?/무엇이에요?</vt:lpstr>
      <vt:lpstr>질문과 대답</vt:lpstr>
      <vt:lpstr>은/는</vt:lpstr>
      <vt:lpstr>은/는</vt:lpstr>
      <vt:lpstr>은/는</vt:lpstr>
      <vt:lpstr>숫자 (한자어 숫자와 순수 한국어 숫자) </vt:lpstr>
      <vt:lpstr>한자어 숫자 sino Korean numbers</vt:lpstr>
      <vt:lpstr>오늘 날짜가 언제예요?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Moon</dc:creator>
  <cp:lastModifiedBy>찬일 김</cp:lastModifiedBy>
  <cp:revision>6</cp:revision>
  <dcterms:created xsi:type="dcterms:W3CDTF">2025-12-15T06:42:57Z</dcterms:created>
  <dcterms:modified xsi:type="dcterms:W3CDTF">2025-12-16T11:54:57Z</dcterms:modified>
</cp:coreProperties>
</file>