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7" r:id="rId4"/>
    <p:sldId id="268" r:id="rId5"/>
    <p:sldId id="261" r:id="rId6"/>
    <p:sldId id="270" r:id="rId7"/>
    <p:sldId id="262" r:id="rId8"/>
    <p:sldId id="259" r:id="rId9"/>
    <p:sldId id="260" r:id="rId10"/>
    <p:sldId id="26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98B819-87B0-45B2-8E13-98B726AD3272}" v="193" dt="2025-12-02T02:51:31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ine Moon" userId="c7834b31f1911408" providerId="LiveId" clId="{4AEE289E-8FE7-4574-BD40-8E6419E2BBBA}"/>
    <pc:docChg chg="undo custSel addSld delSld modSld sldOrd">
      <pc:chgData name="Catherine Moon" userId="c7834b31f1911408" providerId="LiveId" clId="{4AEE289E-8FE7-4574-BD40-8E6419E2BBBA}" dt="2025-12-02T02:51:31.055" v="4266"/>
      <pc:docMkLst>
        <pc:docMk/>
      </pc:docMkLst>
      <pc:sldChg chg="modSp del mod">
        <pc:chgData name="Catherine Moon" userId="c7834b31f1911408" providerId="LiveId" clId="{4AEE289E-8FE7-4574-BD40-8E6419E2BBBA}" dt="2025-12-01T11:35:10.764" v="3245" actId="47"/>
        <pc:sldMkLst>
          <pc:docMk/>
          <pc:sldMk cId="1169305194" sldId="257"/>
        </pc:sldMkLst>
      </pc:sldChg>
      <pc:sldChg chg="modSp del mod">
        <pc:chgData name="Catherine Moon" userId="c7834b31f1911408" providerId="LiveId" clId="{4AEE289E-8FE7-4574-BD40-8E6419E2BBBA}" dt="2025-12-01T11:02:14.206" v="2638" actId="47"/>
        <pc:sldMkLst>
          <pc:docMk/>
          <pc:sldMk cId="1577963536" sldId="258"/>
        </pc:sldMkLst>
      </pc:sldChg>
      <pc:sldChg chg="addSp delSp modSp mod modAnim">
        <pc:chgData name="Catherine Moon" userId="c7834b31f1911408" providerId="LiveId" clId="{4AEE289E-8FE7-4574-BD40-8E6419E2BBBA}" dt="2025-12-02T02:51:31.055" v="4266"/>
        <pc:sldMkLst>
          <pc:docMk/>
          <pc:sldMk cId="2756633651" sldId="259"/>
        </pc:sldMkLst>
        <pc:spChg chg="add mod">
          <ac:chgData name="Catherine Moon" userId="c7834b31f1911408" providerId="LiveId" clId="{4AEE289E-8FE7-4574-BD40-8E6419E2BBBA}" dt="2025-12-01T12:49:13.355" v="4073" actId="207"/>
          <ac:spMkLst>
            <pc:docMk/>
            <pc:sldMk cId="2756633651" sldId="259"/>
            <ac:spMk id="2" creationId="{E6F1E1F9-01F7-5C89-57CE-B067F015E99A}"/>
          </ac:spMkLst>
        </pc:spChg>
        <pc:spChg chg="add mod">
          <ac:chgData name="Catherine Moon" userId="c7834b31f1911408" providerId="LiveId" clId="{4AEE289E-8FE7-4574-BD40-8E6419E2BBBA}" dt="2025-12-01T12:48:44.346" v="4070" actId="1076"/>
          <ac:spMkLst>
            <pc:docMk/>
            <pc:sldMk cId="2756633651" sldId="259"/>
            <ac:spMk id="3" creationId="{DECB10EA-F5F6-32D6-83B1-8C592743C78A}"/>
          </ac:spMkLst>
        </pc:spChg>
        <pc:spChg chg="add mod">
          <ac:chgData name="Catherine Moon" userId="c7834b31f1911408" providerId="LiveId" clId="{4AEE289E-8FE7-4574-BD40-8E6419E2BBBA}" dt="2025-12-01T12:47:37.489" v="4053" actId="1076"/>
          <ac:spMkLst>
            <pc:docMk/>
            <pc:sldMk cId="2756633651" sldId="259"/>
            <ac:spMk id="4" creationId="{18E46059-441C-BC77-00A9-AD2F2E45807D}"/>
          </ac:spMkLst>
        </pc:spChg>
        <pc:spChg chg="add mod ord">
          <ac:chgData name="Catherine Moon" userId="c7834b31f1911408" providerId="LiveId" clId="{4AEE289E-8FE7-4574-BD40-8E6419E2BBBA}" dt="2025-12-01T12:47:22.887" v="4051" actId="166"/>
          <ac:spMkLst>
            <pc:docMk/>
            <pc:sldMk cId="2756633651" sldId="259"/>
            <ac:spMk id="5" creationId="{B9A20545-580B-B167-C381-348BCADDA26E}"/>
          </ac:spMkLst>
        </pc:spChg>
        <pc:spChg chg="add mod">
          <ac:chgData name="Catherine Moon" userId="c7834b31f1911408" providerId="LiveId" clId="{4AEE289E-8FE7-4574-BD40-8E6419E2BBBA}" dt="2025-12-01T12:48:31.136" v="4067" actId="1076"/>
          <ac:spMkLst>
            <pc:docMk/>
            <pc:sldMk cId="2756633651" sldId="259"/>
            <ac:spMk id="6" creationId="{3492E5D6-0AE2-0F5F-8876-01DB53D805F8}"/>
          </ac:spMkLst>
        </pc:spChg>
        <pc:spChg chg="add mod">
          <ac:chgData name="Catherine Moon" userId="c7834b31f1911408" providerId="LiveId" clId="{4AEE289E-8FE7-4574-BD40-8E6419E2BBBA}" dt="2025-12-01T12:49:28.159" v="4080" actId="207"/>
          <ac:spMkLst>
            <pc:docMk/>
            <pc:sldMk cId="2756633651" sldId="259"/>
            <ac:spMk id="7" creationId="{1F436956-66AA-4609-654B-3631C7D125A2}"/>
          </ac:spMkLst>
        </pc:spChg>
        <pc:spChg chg="add mod">
          <ac:chgData name="Catherine Moon" userId="c7834b31f1911408" providerId="LiveId" clId="{4AEE289E-8FE7-4574-BD40-8E6419E2BBBA}" dt="2025-12-01T13:02:31.307" v="4141" actId="20577"/>
          <ac:spMkLst>
            <pc:docMk/>
            <pc:sldMk cId="2756633651" sldId="259"/>
            <ac:spMk id="8" creationId="{F606F636-C554-C1D6-57FB-A0DBC9E9617B}"/>
          </ac:spMkLst>
        </pc:spChg>
        <pc:spChg chg="add mod">
          <ac:chgData name="Catherine Moon" userId="c7834b31f1911408" providerId="LiveId" clId="{4AEE289E-8FE7-4574-BD40-8E6419E2BBBA}" dt="2025-12-01T12:49:53.695" v="4082" actId="207"/>
          <ac:spMkLst>
            <pc:docMk/>
            <pc:sldMk cId="2756633651" sldId="259"/>
            <ac:spMk id="9" creationId="{0B8CDBF9-F953-A533-1165-987FA85D5174}"/>
          </ac:spMkLst>
        </pc:spChg>
        <pc:spChg chg="add mod">
          <ac:chgData name="Catherine Moon" userId="c7834b31f1911408" providerId="LiveId" clId="{4AEE289E-8FE7-4574-BD40-8E6419E2BBBA}" dt="2025-12-01T13:03:02.532" v="4170" actId="1076"/>
          <ac:spMkLst>
            <pc:docMk/>
            <pc:sldMk cId="2756633651" sldId="259"/>
            <ac:spMk id="10" creationId="{0F4122F2-29D5-6D5F-38C5-2AB493FAD62E}"/>
          </ac:spMkLst>
        </pc:spChg>
        <pc:spChg chg="add mod">
          <ac:chgData name="Catherine Moon" userId="c7834b31f1911408" providerId="LiveId" clId="{4AEE289E-8FE7-4574-BD40-8E6419E2BBBA}" dt="2025-12-01T12:48:34.011" v="4068" actId="1076"/>
          <ac:spMkLst>
            <pc:docMk/>
            <pc:sldMk cId="2756633651" sldId="259"/>
            <ac:spMk id="11" creationId="{2B0A0FBC-020D-7F92-8C83-D32829039B60}"/>
          </ac:spMkLst>
        </pc:spChg>
        <pc:spChg chg="add mod">
          <ac:chgData name="Catherine Moon" userId="c7834b31f1911408" providerId="LiveId" clId="{4AEE289E-8FE7-4574-BD40-8E6419E2BBBA}" dt="2025-12-01T13:02:42.910" v="4157" actId="20577"/>
          <ac:spMkLst>
            <pc:docMk/>
            <pc:sldMk cId="2756633651" sldId="259"/>
            <ac:spMk id="12" creationId="{C58C6D6A-CE35-94A3-AD9B-2E7825B07CAA}"/>
          </ac:spMkLst>
        </pc:spChg>
        <pc:spChg chg="add mod">
          <ac:chgData name="Catherine Moon" userId="c7834b31f1911408" providerId="LiveId" clId="{4AEE289E-8FE7-4574-BD40-8E6419E2BBBA}" dt="2025-12-01T12:48:13.096" v="4063" actId="1076"/>
          <ac:spMkLst>
            <pc:docMk/>
            <pc:sldMk cId="2756633651" sldId="259"/>
            <ac:spMk id="13" creationId="{52152639-A9D6-16FC-1D90-6FF6E98338EC}"/>
          </ac:spMkLst>
        </pc:spChg>
        <pc:spChg chg="add mod">
          <ac:chgData name="Catherine Moon" userId="c7834b31f1911408" providerId="LiveId" clId="{4AEE289E-8FE7-4574-BD40-8E6419E2BBBA}" dt="2025-12-01T12:48:40.774" v="4069" actId="1076"/>
          <ac:spMkLst>
            <pc:docMk/>
            <pc:sldMk cId="2756633651" sldId="259"/>
            <ac:spMk id="14" creationId="{0BBD39C9-4906-4800-FE43-9EE238CD2CF6}"/>
          </ac:spMkLst>
        </pc:spChg>
      </pc:sldChg>
      <pc:sldChg chg="addSp delSp modSp mod modAnim">
        <pc:chgData name="Catherine Moon" userId="c7834b31f1911408" providerId="LiveId" clId="{4AEE289E-8FE7-4574-BD40-8E6419E2BBBA}" dt="2025-12-01T13:11:25.239" v="4251"/>
        <pc:sldMkLst>
          <pc:docMk/>
          <pc:sldMk cId="3988106096" sldId="260"/>
        </pc:sldMkLst>
        <pc:spChg chg="mod">
          <ac:chgData name="Catherine Moon" userId="c7834b31f1911408" providerId="LiveId" clId="{4AEE289E-8FE7-4574-BD40-8E6419E2BBBA}" dt="2025-12-01T13:07:19.581" v="4233" actId="20577"/>
          <ac:spMkLst>
            <pc:docMk/>
            <pc:sldMk cId="3988106096" sldId="260"/>
            <ac:spMk id="2" creationId="{58D6AD2F-FDD8-3C09-226C-D0C2C6992790}"/>
          </ac:spMkLst>
        </pc:spChg>
        <pc:spChg chg="add del mod">
          <ac:chgData name="Catherine Moon" userId="c7834b31f1911408" providerId="LiveId" clId="{4AEE289E-8FE7-4574-BD40-8E6419E2BBBA}" dt="2025-12-01T13:06:05.972" v="4190" actId="478"/>
          <ac:spMkLst>
            <pc:docMk/>
            <pc:sldMk cId="3988106096" sldId="260"/>
            <ac:spMk id="3" creationId="{A0FD8B08-6307-4968-774A-87E70F9D0FA0}"/>
          </ac:spMkLst>
        </pc:spChg>
        <pc:spChg chg="add mod">
          <ac:chgData name="Catherine Moon" userId="c7834b31f1911408" providerId="LiveId" clId="{4AEE289E-8FE7-4574-BD40-8E6419E2BBBA}" dt="2025-12-01T13:06:18.025" v="4193" actId="1076"/>
          <ac:spMkLst>
            <pc:docMk/>
            <pc:sldMk cId="3988106096" sldId="260"/>
            <ac:spMk id="4" creationId="{1E3A0372-985F-B1D5-72E3-D046A5C5EE9B}"/>
          </ac:spMkLst>
        </pc:spChg>
        <pc:spChg chg="add del mod">
          <ac:chgData name="Catherine Moon" userId="c7834b31f1911408" providerId="LiveId" clId="{4AEE289E-8FE7-4574-BD40-8E6419E2BBBA}" dt="2025-12-01T10:58:24.135" v="2569" actId="478"/>
          <ac:spMkLst>
            <pc:docMk/>
            <pc:sldMk cId="3988106096" sldId="260"/>
            <ac:spMk id="5" creationId="{304A6AC5-A3E2-023B-499F-C66DE7EC586D}"/>
          </ac:spMkLst>
        </pc:spChg>
        <pc:spChg chg="add mod">
          <ac:chgData name="Catherine Moon" userId="c7834b31f1911408" providerId="LiveId" clId="{4AEE289E-8FE7-4574-BD40-8E6419E2BBBA}" dt="2025-12-01T13:06:34.194" v="4197" actId="1076"/>
          <ac:spMkLst>
            <pc:docMk/>
            <pc:sldMk cId="3988106096" sldId="260"/>
            <ac:spMk id="6" creationId="{AFDE603D-4F11-849D-1E7E-BBA726CD7D92}"/>
          </ac:spMkLst>
        </pc:spChg>
        <pc:spChg chg="add mod ord">
          <ac:chgData name="Catherine Moon" userId="c7834b31f1911408" providerId="LiveId" clId="{4AEE289E-8FE7-4574-BD40-8E6419E2BBBA}" dt="2025-12-01T13:05:25.747" v="4179" actId="207"/>
          <ac:spMkLst>
            <pc:docMk/>
            <pc:sldMk cId="3988106096" sldId="260"/>
            <ac:spMk id="7" creationId="{58D07F2F-7971-8D69-13CD-ACBBF605F6EB}"/>
          </ac:spMkLst>
        </pc:spChg>
        <pc:spChg chg="add mod ord">
          <ac:chgData name="Catherine Moon" userId="c7834b31f1911408" providerId="LiveId" clId="{4AEE289E-8FE7-4574-BD40-8E6419E2BBBA}" dt="2025-12-01T13:07:04.216" v="4211" actId="113"/>
          <ac:spMkLst>
            <pc:docMk/>
            <pc:sldMk cId="3988106096" sldId="260"/>
            <ac:spMk id="8" creationId="{BE1690C6-439B-40DA-EBB4-EE3560323853}"/>
          </ac:spMkLst>
        </pc:spChg>
        <pc:spChg chg="add mod ord">
          <ac:chgData name="Catherine Moon" userId="c7834b31f1911408" providerId="LiveId" clId="{4AEE289E-8FE7-4574-BD40-8E6419E2BBBA}" dt="2025-12-01T13:07:37.932" v="4245" actId="255"/>
          <ac:spMkLst>
            <pc:docMk/>
            <pc:sldMk cId="3988106096" sldId="260"/>
            <ac:spMk id="9" creationId="{5DFABDA6-8544-F162-1B60-A8EF809E9A68}"/>
          </ac:spMkLst>
        </pc:spChg>
        <pc:spChg chg="add del mod">
          <ac:chgData name="Catherine Moon" userId="c7834b31f1911408" providerId="LiveId" clId="{4AEE289E-8FE7-4574-BD40-8E6419E2BBBA}" dt="2025-12-01T13:04:40.250" v="4176" actId="478"/>
          <ac:spMkLst>
            <pc:docMk/>
            <pc:sldMk cId="3988106096" sldId="260"/>
            <ac:spMk id="11" creationId="{FD7588AE-68E0-1165-1C36-6BCB3F98E29E}"/>
          </ac:spMkLst>
        </pc:spChg>
        <pc:spChg chg="add del mod">
          <ac:chgData name="Catherine Moon" userId="c7834b31f1911408" providerId="LiveId" clId="{4AEE289E-8FE7-4574-BD40-8E6419E2BBBA}" dt="2025-12-01T13:06:09.682" v="4191" actId="478"/>
          <ac:spMkLst>
            <pc:docMk/>
            <pc:sldMk cId="3988106096" sldId="260"/>
            <ac:spMk id="13" creationId="{E6EFF4AB-FBE7-04CC-0061-23386CB0DDAA}"/>
          </ac:spMkLst>
        </pc:spChg>
      </pc:sldChg>
      <pc:sldChg chg="addSp delSp modSp new mod modAnim">
        <pc:chgData name="Catherine Moon" userId="c7834b31f1911408" providerId="LiveId" clId="{4AEE289E-8FE7-4574-BD40-8E6419E2BBBA}" dt="2025-12-01T12:39:34.438" v="4000"/>
        <pc:sldMkLst>
          <pc:docMk/>
          <pc:sldMk cId="3809628869" sldId="261"/>
        </pc:sldMkLst>
        <pc:spChg chg="mod">
          <ac:chgData name="Catherine Moon" userId="c7834b31f1911408" providerId="LiveId" clId="{4AEE289E-8FE7-4574-BD40-8E6419E2BBBA}" dt="2025-12-01T12:32:33.956" v="3845" actId="6549"/>
          <ac:spMkLst>
            <pc:docMk/>
            <pc:sldMk cId="3809628869" sldId="261"/>
            <ac:spMk id="2" creationId="{E4C21279-D6DE-6E04-2648-6F2D7BFF3B8D}"/>
          </ac:spMkLst>
        </pc:spChg>
        <pc:spChg chg="add mod">
          <ac:chgData name="Catherine Moon" userId="c7834b31f1911408" providerId="LiveId" clId="{4AEE289E-8FE7-4574-BD40-8E6419E2BBBA}" dt="2025-12-01T10:50:55.468" v="2462" actId="14100"/>
          <ac:spMkLst>
            <pc:docMk/>
            <pc:sldMk cId="3809628869" sldId="261"/>
            <ac:spMk id="6" creationId="{B5D0D402-5C0E-30DD-4A28-B444C5384D76}"/>
          </ac:spMkLst>
        </pc:spChg>
        <pc:picChg chg="add mod modCrop">
          <ac:chgData name="Catherine Moon" userId="c7834b31f1911408" providerId="LiveId" clId="{4AEE289E-8FE7-4574-BD40-8E6419E2BBBA}" dt="2025-11-30T09:35:09.555" v="1176" actId="14100"/>
          <ac:picMkLst>
            <pc:docMk/>
            <pc:sldMk cId="3809628869" sldId="261"/>
            <ac:picMk id="5" creationId="{FED72373-DF07-A03A-1B4C-FA4F81A6A73E}"/>
          </ac:picMkLst>
        </pc:picChg>
      </pc:sldChg>
      <pc:sldChg chg="addSp delSp modSp new mod modAnim">
        <pc:chgData name="Catherine Moon" userId="c7834b31f1911408" providerId="LiveId" clId="{4AEE289E-8FE7-4574-BD40-8E6419E2BBBA}" dt="2025-12-01T12:45:44.347" v="4038"/>
        <pc:sldMkLst>
          <pc:docMk/>
          <pc:sldMk cId="30816964" sldId="262"/>
        </pc:sldMkLst>
        <pc:spChg chg="mod">
          <ac:chgData name="Catherine Moon" userId="c7834b31f1911408" providerId="LiveId" clId="{4AEE289E-8FE7-4574-BD40-8E6419E2BBBA}" dt="2025-11-30T11:16:51.374" v="1797" actId="113"/>
          <ac:spMkLst>
            <pc:docMk/>
            <pc:sldMk cId="30816964" sldId="262"/>
            <ac:spMk id="2" creationId="{79DA0558-E732-FC2B-AD0A-2D836770D460}"/>
          </ac:spMkLst>
        </pc:spChg>
        <pc:spChg chg="add mod">
          <ac:chgData name="Catherine Moon" userId="c7834b31f1911408" providerId="LiveId" clId="{4AEE289E-8FE7-4574-BD40-8E6419E2BBBA}" dt="2025-11-30T09:30:38.865" v="1034" actId="255"/>
          <ac:spMkLst>
            <pc:docMk/>
            <pc:sldMk cId="30816964" sldId="262"/>
            <ac:spMk id="4" creationId="{8CC6A672-6A6F-4DC5-75B7-434BB14A014F}"/>
          </ac:spMkLst>
        </pc:spChg>
        <pc:spChg chg="add mod">
          <ac:chgData name="Catherine Moon" userId="c7834b31f1911408" providerId="LiveId" clId="{4AEE289E-8FE7-4574-BD40-8E6419E2BBBA}" dt="2025-11-30T09:30:14.275" v="1031" actId="207"/>
          <ac:spMkLst>
            <pc:docMk/>
            <pc:sldMk cId="30816964" sldId="262"/>
            <ac:spMk id="5" creationId="{FA6EC19D-A5C5-E192-42FB-D6C3265A99B0}"/>
          </ac:spMkLst>
        </pc:spChg>
      </pc:sldChg>
      <pc:sldChg chg="addSp delSp modSp new del mod ord">
        <pc:chgData name="Catherine Moon" userId="c7834b31f1911408" providerId="LiveId" clId="{4AEE289E-8FE7-4574-BD40-8E6419E2BBBA}" dt="2025-12-01T12:21:40.596" v="3702" actId="47"/>
        <pc:sldMkLst>
          <pc:docMk/>
          <pc:sldMk cId="2742385632" sldId="263"/>
        </pc:sldMkLst>
        <pc:spChg chg="mod">
          <ac:chgData name="Catherine Moon" userId="c7834b31f1911408" providerId="LiveId" clId="{4AEE289E-8FE7-4574-BD40-8E6419E2BBBA}" dt="2025-12-01T11:32:38.080" v="3232" actId="1076"/>
          <ac:spMkLst>
            <pc:docMk/>
            <pc:sldMk cId="2742385632" sldId="263"/>
            <ac:spMk id="2" creationId="{081F6C67-7F28-D61A-024D-E89145EB829F}"/>
          </ac:spMkLst>
        </pc:spChg>
        <pc:spChg chg="mod">
          <ac:chgData name="Catherine Moon" userId="c7834b31f1911408" providerId="LiveId" clId="{4AEE289E-8FE7-4574-BD40-8E6419E2BBBA}" dt="2025-12-01T11:47:12.106" v="3451" actId="313"/>
          <ac:spMkLst>
            <pc:docMk/>
            <pc:sldMk cId="2742385632" sldId="263"/>
            <ac:spMk id="3" creationId="{F1867198-826E-EB75-E450-2F6ED8C7E817}"/>
          </ac:spMkLst>
        </pc:spChg>
        <pc:spChg chg="add del mod">
          <ac:chgData name="Catherine Moon" userId="c7834b31f1911408" providerId="LiveId" clId="{4AEE289E-8FE7-4574-BD40-8E6419E2BBBA}" dt="2025-12-01T11:33:11.944" v="3234" actId="478"/>
          <ac:spMkLst>
            <pc:docMk/>
            <pc:sldMk cId="2742385632" sldId="263"/>
            <ac:spMk id="4" creationId="{21E1316F-09C3-F718-6573-040FE360D8EC}"/>
          </ac:spMkLst>
        </pc:spChg>
        <pc:graphicFrameChg chg="add del mod modGraphic">
          <ac:chgData name="Catherine Moon" userId="c7834b31f1911408" providerId="LiveId" clId="{4AEE289E-8FE7-4574-BD40-8E6419E2BBBA}" dt="2025-12-01T11:24:54.533" v="3018" actId="21"/>
          <ac:graphicFrameMkLst>
            <pc:docMk/>
            <pc:sldMk cId="2742385632" sldId="263"/>
            <ac:graphicFrameMk id="5" creationId="{780BD02A-FB45-2454-E237-ED07A19C8CFE}"/>
          </ac:graphicFrameMkLst>
        </pc:graphicFrameChg>
      </pc:sldChg>
      <pc:sldChg chg="addSp delSp modSp new del mod ord">
        <pc:chgData name="Catherine Moon" userId="c7834b31f1911408" providerId="LiveId" clId="{4AEE289E-8FE7-4574-BD40-8E6419E2BBBA}" dt="2025-12-01T12:43:32.786" v="4031" actId="47"/>
        <pc:sldMkLst>
          <pc:docMk/>
          <pc:sldMk cId="1344575123" sldId="264"/>
        </pc:sldMkLst>
        <pc:spChg chg="mod">
          <ac:chgData name="Catherine Moon" userId="c7834b31f1911408" providerId="LiveId" clId="{4AEE289E-8FE7-4574-BD40-8E6419E2BBBA}" dt="2025-12-01T12:42:30.089" v="4024" actId="21"/>
          <ac:spMkLst>
            <pc:docMk/>
            <pc:sldMk cId="1344575123" sldId="264"/>
            <ac:spMk id="2" creationId="{F57C2C07-01D9-C0A0-8708-B517FC760B47}"/>
          </ac:spMkLst>
        </pc:spChg>
        <pc:spChg chg="add mod">
          <ac:chgData name="Catherine Moon" userId="c7834b31f1911408" providerId="LiveId" clId="{4AEE289E-8FE7-4574-BD40-8E6419E2BBBA}" dt="2025-12-01T09:25:33.521" v="2237" actId="207"/>
          <ac:spMkLst>
            <pc:docMk/>
            <pc:sldMk cId="1344575123" sldId="264"/>
            <ac:spMk id="3" creationId="{00FC7DF3-546C-DF2F-9A7C-8A95D3057468}"/>
          </ac:spMkLst>
        </pc:spChg>
        <pc:spChg chg="add del mod">
          <ac:chgData name="Catherine Moon" userId="c7834b31f1911408" providerId="LiveId" clId="{4AEE289E-8FE7-4574-BD40-8E6419E2BBBA}" dt="2025-12-01T09:21:21.137" v="2216" actId="478"/>
          <ac:spMkLst>
            <pc:docMk/>
            <pc:sldMk cId="1344575123" sldId="264"/>
            <ac:spMk id="4" creationId="{79F509D7-30D2-A190-1261-E3A021A96108}"/>
          </ac:spMkLst>
        </pc:spChg>
        <pc:spChg chg="add mod">
          <ac:chgData name="Catherine Moon" userId="c7834b31f1911408" providerId="LiveId" clId="{4AEE289E-8FE7-4574-BD40-8E6419E2BBBA}" dt="2025-12-01T09:26:07.664" v="2239" actId="207"/>
          <ac:spMkLst>
            <pc:docMk/>
            <pc:sldMk cId="1344575123" sldId="264"/>
            <ac:spMk id="6" creationId="{2C063ED2-1252-D73A-2C2F-6ED9856E3924}"/>
          </ac:spMkLst>
        </pc:spChg>
        <pc:spChg chg="add mod">
          <ac:chgData name="Catherine Moon" userId="c7834b31f1911408" providerId="LiveId" clId="{4AEE289E-8FE7-4574-BD40-8E6419E2BBBA}" dt="2025-12-01T09:27:05.070" v="2242" actId="207"/>
          <ac:spMkLst>
            <pc:docMk/>
            <pc:sldMk cId="1344575123" sldId="264"/>
            <ac:spMk id="7" creationId="{4543A68E-DE22-6D1E-48AA-F79D271E074C}"/>
          </ac:spMkLst>
        </pc:spChg>
        <pc:spChg chg="add mod">
          <ac:chgData name="Catherine Moon" userId="c7834b31f1911408" providerId="LiveId" clId="{4AEE289E-8FE7-4574-BD40-8E6419E2BBBA}" dt="2025-12-01T09:28:16.198" v="2245" actId="207"/>
          <ac:spMkLst>
            <pc:docMk/>
            <pc:sldMk cId="1344575123" sldId="264"/>
            <ac:spMk id="8" creationId="{00D922DF-FB28-C781-428D-031DCC1551C5}"/>
          </ac:spMkLst>
        </pc:spChg>
        <pc:spChg chg="add mod">
          <ac:chgData name="Catherine Moon" userId="c7834b31f1911408" providerId="LiveId" clId="{4AEE289E-8FE7-4574-BD40-8E6419E2BBBA}" dt="2025-12-01T09:25:48.066" v="2238" actId="207"/>
          <ac:spMkLst>
            <pc:docMk/>
            <pc:sldMk cId="1344575123" sldId="264"/>
            <ac:spMk id="9" creationId="{8D1952CF-2F65-F601-C9B3-5740489B7DE4}"/>
          </ac:spMkLst>
        </pc:spChg>
        <pc:spChg chg="add mod">
          <ac:chgData name="Catherine Moon" userId="c7834b31f1911408" providerId="LiveId" clId="{4AEE289E-8FE7-4574-BD40-8E6419E2BBBA}" dt="2025-12-01T09:28:42.173" v="2247" actId="207"/>
          <ac:spMkLst>
            <pc:docMk/>
            <pc:sldMk cId="1344575123" sldId="264"/>
            <ac:spMk id="10" creationId="{F178F896-4BF9-5017-285E-72CADF08727B}"/>
          </ac:spMkLst>
        </pc:spChg>
        <pc:spChg chg="add mod">
          <ac:chgData name="Catherine Moon" userId="c7834b31f1911408" providerId="LiveId" clId="{4AEE289E-8FE7-4574-BD40-8E6419E2BBBA}" dt="2025-12-01T09:21:46.385" v="2218" actId="1076"/>
          <ac:spMkLst>
            <pc:docMk/>
            <pc:sldMk cId="1344575123" sldId="264"/>
            <ac:spMk id="11" creationId="{C0E34DBE-F786-7DF8-B62D-CDF7BA9657D3}"/>
          </ac:spMkLst>
        </pc:spChg>
        <pc:spChg chg="add mod">
          <ac:chgData name="Catherine Moon" userId="c7834b31f1911408" providerId="LiveId" clId="{4AEE289E-8FE7-4574-BD40-8E6419E2BBBA}" dt="2025-12-01T09:22:07.297" v="2220" actId="1076"/>
          <ac:spMkLst>
            <pc:docMk/>
            <pc:sldMk cId="1344575123" sldId="264"/>
            <ac:spMk id="12" creationId="{76FC7147-1413-633D-529A-22E709598AD5}"/>
          </ac:spMkLst>
        </pc:spChg>
        <pc:spChg chg="add mod">
          <ac:chgData name="Catherine Moon" userId="c7834b31f1911408" providerId="LiveId" clId="{4AEE289E-8FE7-4574-BD40-8E6419E2BBBA}" dt="2025-12-01T09:22:20.587" v="2222" actId="1076"/>
          <ac:spMkLst>
            <pc:docMk/>
            <pc:sldMk cId="1344575123" sldId="264"/>
            <ac:spMk id="13" creationId="{FC6D8B5D-72EC-3B6A-065A-F09F03FA272A}"/>
          </ac:spMkLst>
        </pc:spChg>
        <pc:spChg chg="add mod">
          <ac:chgData name="Catherine Moon" userId="c7834b31f1911408" providerId="LiveId" clId="{4AEE289E-8FE7-4574-BD40-8E6419E2BBBA}" dt="2025-12-01T09:26:20.036" v="2240" actId="207"/>
          <ac:spMkLst>
            <pc:docMk/>
            <pc:sldMk cId="1344575123" sldId="264"/>
            <ac:spMk id="14" creationId="{2EE83F63-326E-0B89-52FA-5D6DD8C3224C}"/>
          </ac:spMkLst>
        </pc:spChg>
        <pc:spChg chg="add mod">
          <ac:chgData name="Catherine Moon" userId="c7834b31f1911408" providerId="LiveId" clId="{4AEE289E-8FE7-4574-BD40-8E6419E2BBBA}" dt="2025-12-01T09:26:32.075" v="2241" actId="207"/>
          <ac:spMkLst>
            <pc:docMk/>
            <pc:sldMk cId="1344575123" sldId="264"/>
            <ac:spMk id="15" creationId="{E5D57335-CEEE-9B20-5AB2-9D66660AD60B}"/>
          </ac:spMkLst>
        </pc:spChg>
        <pc:spChg chg="add mod">
          <ac:chgData name="Catherine Moon" userId="c7834b31f1911408" providerId="LiveId" clId="{4AEE289E-8FE7-4574-BD40-8E6419E2BBBA}" dt="2025-12-01T09:27:23.400" v="2243" actId="207"/>
          <ac:spMkLst>
            <pc:docMk/>
            <pc:sldMk cId="1344575123" sldId="264"/>
            <ac:spMk id="16" creationId="{1C668425-A392-9224-6219-4CEF979C74B7}"/>
          </ac:spMkLst>
        </pc:spChg>
        <pc:spChg chg="add mod">
          <ac:chgData name="Catherine Moon" userId="c7834b31f1911408" providerId="LiveId" clId="{4AEE289E-8FE7-4574-BD40-8E6419E2BBBA}" dt="2025-12-01T09:27:42.968" v="2244" actId="207"/>
          <ac:spMkLst>
            <pc:docMk/>
            <pc:sldMk cId="1344575123" sldId="264"/>
            <ac:spMk id="17" creationId="{BC87A811-3503-3B06-47F9-6DEBD090951A}"/>
          </ac:spMkLst>
        </pc:spChg>
        <pc:spChg chg="add mod">
          <ac:chgData name="Catherine Moon" userId="c7834b31f1911408" providerId="LiveId" clId="{4AEE289E-8FE7-4574-BD40-8E6419E2BBBA}" dt="2025-12-01T09:28:25.285" v="2246" actId="207"/>
          <ac:spMkLst>
            <pc:docMk/>
            <pc:sldMk cId="1344575123" sldId="264"/>
            <ac:spMk id="18" creationId="{191667D5-AFD5-2E16-47D2-2E9D6E1387EC}"/>
          </ac:spMkLst>
        </pc:spChg>
        <pc:spChg chg="add mod">
          <ac:chgData name="Catherine Moon" userId="c7834b31f1911408" providerId="LiveId" clId="{4AEE289E-8FE7-4574-BD40-8E6419E2BBBA}" dt="2025-12-01T09:29:09.284" v="2249" actId="1076"/>
          <ac:spMkLst>
            <pc:docMk/>
            <pc:sldMk cId="1344575123" sldId="264"/>
            <ac:spMk id="19" creationId="{5F042F67-4CD1-FF23-17CF-76839E087D46}"/>
          </ac:spMkLst>
        </pc:spChg>
        <pc:spChg chg="add mod">
          <ac:chgData name="Catherine Moon" userId="c7834b31f1911408" providerId="LiveId" clId="{4AEE289E-8FE7-4574-BD40-8E6419E2BBBA}" dt="2025-12-01T09:29:38.451" v="2251" actId="1076"/>
          <ac:spMkLst>
            <pc:docMk/>
            <pc:sldMk cId="1344575123" sldId="264"/>
            <ac:spMk id="20" creationId="{058B823E-778F-4972-3055-63C5B5F1EA41}"/>
          </ac:spMkLst>
        </pc:spChg>
        <pc:spChg chg="add mod">
          <ac:chgData name="Catherine Moon" userId="c7834b31f1911408" providerId="LiveId" clId="{4AEE289E-8FE7-4574-BD40-8E6419E2BBBA}" dt="2025-12-01T09:30:07.585" v="2254" actId="14100"/>
          <ac:spMkLst>
            <pc:docMk/>
            <pc:sldMk cId="1344575123" sldId="264"/>
            <ac:spMk id="21" creationId="{4F64CA95-F2FC-2A2B-AB20-98A255882834}"/>
          </ac:spMkLst>
        </pc:spChg>
        <pc:spChg chg="add mod">
          <ac:chgData name="Catherine Moon" userId="c7834b31f1911408" providerId="LiveId" clId="{4AEE289E-8FE7-4574-BD40-8E6419E2BBBA}" dt="2025-12-01T09:30:35.701" v="2256" actId="1076"/>
          <ac:spMkLst>
            <pc:docMk/>
            <pc:sldMk cId="1344575123" sldId="264"/>
            <ac:spMk id="22" creationId="{51D8D463-6106-6E4E-70C2-A21780298E00}"/>
          </ac:spMkLst>
        </pc:spChg>
        <pc:spChg chg="add del">
          <ac:chgData name="Catherine Moon" userId="c7834b31f1911408" providerId="LiveId" clId="{4AEE289E-8FE7-4574-BD40-8E6419E2BBBA}" dt="2025-12-01T09:31:12.465" v="2258" actId="478"/>
          <ac:spMkLst>
            <pc:docMk/>
            <pc:sldMk cId="1344575123" sldId="264"/>
            <ac:spMk id="23" creationId="{8A1E1B36-F51E-35FD-F41B-80BA35C3784B}"/>
          </ac:spMkLst>
        </pc:spChg>
        <pc:spChg chg="add del mod">
          <ac:chgData name="Catherine Moon" userId="c7834b31f1911408" providerId="LiveId" clId="{4AEE289E-8FE7-4574-BD40-8E6419E2BBBA}" dt="2025-12-01T12:40:28.051" v="4009" actId="478"/>
          <ac:spMkLst>
            <pc:docMk/>
            <pc:sldMk cId="1344575123" sldId="264"/>
            <ac:spMk id="25" creationId="{63A5D51E-49E0-BD53-5B1A-76807B7D921E}"/>
          </ac:spMkLst>
        </pc:spChg>
        <pc:spChg chg="add del mod">
          <ac:chgData name="Catherine Moon" userId="c7834b31f1911408" providerId="LiveId" clId="{4AEE289E-8FE7-4574-BD40-8E6419E2BBBA}" dt="2025-12-01T12:40:42.569" v="4013" actId="478"/>
          <ac:spMkLst>
            <pc:docMk/>
            <pc:sldMk cId="1344575123" sldId="264"/>
            <ac:spMk id="26" creationId="{99AA8F79-EDE4-4A7F-08CE-C135162E2906}"/>
          </ac:spMkLst>
        </pc:spChg>
        <pc:spChg chg="add del mod">
          <ac:chgData name="Catherine Moon" userId="c7834b31f1911408" providerId="LiveId" clId="{4AEE289E-8FE7-4574-BD40-8E6419E2BBBA}" dt="2025-12-01T12:40:40.793" v="4012" actId="478"/>
          <ac:spMkLst>
            <pc:docMk/>
            <pc:sldMk cId="1344575123" sldId="264"/>
            <ac:spMk id="27" creationId="{B267C4DF-735B-0E45-5B4F-77B04C649BC7}"/>
          </ac:spMkLst>
        </pc:spChg>
        <pc:spChg chg="add del mod">
          <ac:chgData name="Catherine Moon" userId="c7834b31f1911408" providerId="LiveId" clId="{4AEE289E-8FE7-4574-BD40-8E6419E2BBBA}" dt="2025-12-01T12:40:46.048" v="4014" actId="478"/>
          <ac:spMkLst>
            <pc:docMk/>
            <pc:sldMk cId="1344575123" sldId="264"/>
            <ac:spMk id="28" creationId="{586BD45D-F927-36B1-01F6-136C5E75C957}"/>
          </ac:spMkLst>
        </pc:spChg>
        <pc:spChg chg="add del mod">
          <ac:chgData name="Catherine Moon" userId="c7834b31f1911408" providerId="LiveId" clId="{4AEE289E-8FE7-4574-BD40-8E6419E2BBBA}" dt="2025-12-01T12:40:23.973" v="4007" actId="478"/>
          <ac:spMkLst>
            <pc:docMk/>
            <pc:sldMk cId="1344575123" sldId="264"/>
            <ac:spMk id="29" creationId="{9BB67C5A-651E-E8D8-1E57-E34D2E0B71F1}"/>
          </ac:spMkLst>
        </pc:spChg>
        <pc:spChg chg="add del mod">
          <ac:chgData name="Catherine Moon" userId="c7834b31f1911408" providerId="LiveId" clId="{4AEE289E-8FE7-4574-BD40-8E6419E2BBBA}" dt="2025-12-01T12:40:36.796" v="4010" actId="478"/>
          <ac:spMkLst>
            <pc:docMk/>
            <pc:sldMk cId="1344575123" sldId="264"/>
            <ac:spMk id="30" creationId="{06E678AF-81E3-5593-B185-E47EDCC650C7}"/>
          </ac:spMkLst>
        </pc:spChg>
        <pc:spChg chg="add del mod">
          <ac:chgData name="Catherine Moon" userId="c7834b31f1911408" providerId="LiveId" clId="{4AEE289E-8FE7-4574-BD40-8E6419E2BBBA}" dt="2025-12-01T12:40:26.409" v="4008" actId="478"/>
          <ac:spMkLst>
            <pc:docMk/>
            <pc:sldMk cId="1344575123" sldId="264"/>
            <ac:spMk id="31" creationId="{6C277B6F-E52D-6289-79BE-10DAC7389F9A}"/>
          </ac:spMkLst>
        </pc:spChg>
        <pc:spChg chg="add del mod">
          <ac:chgData name="Catherine Moon" userId="c7834b31f1911408" providerId="LiveId" clId="{4AEE289E-8FE7-4574-BD40-8E6419E2BBBA}" dt="2025-12-01T12:40:38.749" v="4011" actId="478"/>
          <ac:spMkLst>
            <pc:docMk/>
            <pc:sldMk cId="1344575123" sldId="264"/>
            <ac:spMk id="32" creationId="{ADF33899-45EA-C476-FE8F-35022090E15A}"/>
          </ac:spMkLst>
        </pc:spChg>
        <pc:spChg chg="add del mod">
          <ac:chgData name="Catherine Moon" userId="c7834b31f1911408" providerId="LiveId" clId="{4AEE289E-8FE7-4574-BD40-8E6419E2BBBA}" dt="2025-12-01T12:41:25.612" v="4017" actId="478"/>
          <ac:spMkLst>
            <pc:docMk/>
            <pc:sldMk cId="1344575123" sldId="264"/>
            <ac:spMk id="34" creationId="{E41657D5-4E03-9759-08AE-725495FDC456}"/>
          </ac:spMkLst>
        </pc:spChg>
        <pc:spChg chg="add mod">
          <ac:chgData name="Catherine Moon" userId="c7834b31f1911408" providerId="LiveId" clId="{4AEE289E-8FE7-4574-BD40-8E6419E2BBBA}" dt="2025-12-01T12:42:17.366" v="4023" actId="478"/>
          <ac:spMkLst>
            <pc:docMk/>
            <pc:sldMk cId="1344575123" sldId="264"/>
            <ac:spMk id="36" creationId="{849D7DD7-A49A-7B6E-744F-48953F7E377A}"/>
          </ac:spMkLst>
        </pc:spChg>
        <pc:picChg chg="add del mod">
          <ac:chgData name="Catherine Moon" userId="c7834b31f1911408" providerId="LiveId" clId="{4AEE289E-8FE7-4574-BD40-8E6419E2BBBA}" dt="2025-12-01T12:42:17.366" v="4023" actId="478"/>
          <ac:picMkLst>
            <pc:docMk/>
            <pc:sldMk cId="1344575123" sldId="264"/>
            <ac:picMk id="5" creationId="{3CB1718C-D0B4-320F-D23A-B912596D0311}"/>
          </ac:picMkLst>
        </pc:picChg>
        <pc:picChg chg="add del mod modCrop">
          <ac:chgData name="Catherine Moon" userId="c7834b31f1911408" providerId="LiveId" clId="{4AEE289E-8FE7-4574-BD40-8E6419E2BBBA}" dt="2025-12-01T12:40:10.515" v="4005" actId="21"/>
          <ac:picMkLst>
            <pc:docMk/>
            <pc:sldMk cId="1344575123" sldId="264"/>
            <ac:picMk id="24" creationId="{3A37F2D2-F853-6AC6-6B42-9A012545C198}"/>
          </ac:picMkLst>
        </pc:picChg>
      </pc:sldChg>
      <pc:sldChg chg="addSp delSp modSp new mod">
        <pc:chgData name="Catherine Moon" userId="c7834b31f1911408" providerId="LiveId" clId="{4AEE289E-8FE7-4574-BD40-8E6419E2BBBA}" dt="2025-12-01T11:15:40.036" v="2726" actId="1076"/>
        <pc:sldMkLst>
          <pc:docMk/>
          <pc:sldMk cId="3169549451" sldId="265"/>
        </pc:sldMkLst>
        <pc:spChg chg="del mod">
          <ac:chgData name="Catherine Moon" userId="c7834b31f1911408" providerId="LiveId" clId="{4AEE289E-8FE7-4574-BD40-8E6419E2BBBA}" dt="2025-12-01T11:15:28.661" v="2724" actId="478"/>
          <ac:spMkLst>
            <pc:docMk/>
            <pc:sldMk cId="3169549451" sldId="265"/>
            <ac:spMk id="2" creationId="{89C59F26-36B2-2F81-116B-92DA4592351F}"/>
          </ac:spMkLst>
        </pc:spChg>
        <pc:spChg chg="add del mod">
          <ac:chgData name="Catherine Moon" userId="c7834b31f1911408" providerId="LiveId" clId="{4AEE289E-8FE7-4574-BD40-8E6419E2BBBA}" dt="2025-12-01T11:15:40.036" v="2726" actId="1076"/>
          <ac:spMkLst>
            <pc:docMk/>
            <pc:sldMk cId="3169549451" sldId="265"/>
            <ac:spMk id="3" creationId="{26324214-7326-FD98-2927-31742AF91A54}"/>
          </ac:spMkLst>
        </pc:spChg>
        <pc:spChg chg="add del">
          <ac:chgData name="Catherine Moon" userId="c7834b31f1911408" providerId="LiveId" clId="{4AEE289E-8FE7-4574-BD40-8E6419E2BBBA}" dt="2025-12-01T11:09:12.933" v="2697" actId="478"/>
          <ac:spMkLst>
            <pc:docMk/>
            <pc:sldMk cId="3169549451" sldId="265"/>
            <ac:spMk id="4" creationId="{484E3DA9-4507-72C4-4FB0-C3B0A27A6346}"/>
          </ac:spMkLst>
        </pc:spChg>
        <pc:spChg chg="add del mod">
          <ac:chgData name="Catherine Moon" userId="c7834b31f1911408" providerId="LiveId" clId="{4AEE289E-8FE7-4574-BD40-8E6419E2BBBA}" dt="2025-12-01T11:09:05.328" v="2696" actId="478"/>
          <ac:spMkLst>
            <pc:docMk/>
            <pc:sldMk cId="3169549451" sldId="265"/>
            <ac:spMk id="5" creationId="{B1589776-AD49-0E9F-208E-BA357857EAD5}"/>
          </ac:spMkLst>
        </pc:spChg>
        <pc:spChg chg="add del mod">
          <ac:chgData name="Catherine Moon" userId="c7834b31f1911408" providerId="LiveId" clId="{4AEE289E-8FE7-4574-BD40-8E6419E2BBBA}" dt="2025-12-01T11:08:52.497" v="2693" actId="478"/>
          <ac:spMkLst>
            <pc:docMk/>
            <pc:sldMk cId="3169549451" sldId="265"/>
            <ac:spMk id="6" creationId="{23D00C3C-3CFB-FEC8-789C-743F5F1DA358}"/>
          </ac:spMkLst>
        </pc:spChg>
        <pc:spChg chg="add del mod">
          <ac:chgData name="Catherine Moon" userId="c7834b31f1911408" providerId="LiveId" clId="{4AEE289E-8FE7-4574-BD40-8E6419E2BBBA}" dt="2025-12-01T11:09:49.168" v="2701" actId="478"/>
          <ac:spMkLst>
            <pc:docMk/>
            <pc:sldMk cId="3169549451" sldId="265"/>
            <ac:spMk id="7" creationId="{401D6186-6EA4-B25D-3EF0-E395D89EB2F2}"/>
          </ac:spMkLst>
        </pc:spChg>
        <pc:spChg chg="add del">
          <ac:chgData name="Catherine Moon" userId="c7834b31f1911408" providerId="LiveId" clId="{4AEE289E-8FE7-4574-BD40-8E6419E2BBBA}" dt="2025-12-01T11:10:39.880" v="2704" actId="478"/>
          <ac:spMkLst>
            <pc:docMk/>
            <pc:sldMk cId="3169549451" sldId="265"/>
            <ac:spMk id="8" creationId="{865BBBD2-936C-6BC2-71B8-A62EAD241D7B}"/>
          </ac:spMkLst>
        </pc:spChg>
        <pc:spChg chg="add mod">
          <ac:chgData name="Catherine Moon" userId="c7834b31f1911408" providerId="LiveId" clId="{4AEE289E-8FE7-4574-BD40-8E6419E2BBBA}" dt="2025-12-01T11:10:33.931" v="2703" actId="478"/>
          <ac:spMkLst>
            <pc:docMk/>
            <pc:sldMk cId="3169549451" sldId="265"/>
            <ac:spMk id="9" creationId="{C147D7CB-EABB-DF8F-A689-56D4575A09CC}"/>
          </ac:spMkLst>
        </pc:spChg>
        <pc:spChg chg="add del mod">
          <ac:chgData name="Catherine Moon" userId="c7834b31f1911408" providerId="LiveId" clId="{4AEE289E-8FE7-4574-BD40-8E6419E2BBBA}" dt="2025-12-01T11:15:32.242" v="2725" actId="478"/>
          <ac:spMkLst>
            <pc:docMk/>
            <pc:sldMk cId="3169549451" sldId="265"/>
            <ac:spMk id="11" creationId="{968CCA13-36C2-DFD6-EF54-86CDBCE902FA}"/>
          </ac:spMkLst>
        </pc:spChg>
      </pc:sldChg>
      <pc:sldChg chg="addSp delSp modSp new del mod">
        <pc:chgData name="Catherine Moon" userId="c7834b31f1911408" providerId="LiveId" clId="{4AEE289E-8FE7-4574-BD40-8E6419E2BBBA}" dt="2025-12-01T12:32:18.034" v="3844" actId="47"/>
        <pc:sldMkLst>
          <pc:docMk/>
          <pc:sldMk cId="2622368704" sldId="266"/>
        </pc:sldMkLst>
        <pc:spChg chg="mod">
          <ac:chgData name="Catherine Moon" userId="c7834b31f1911408" providerId="LiveId" clId="{4AEE289E-8FE7-4574-BD40-8E6419E2BBBA}" dt="2025-12-01T11:22:57.293" v="2800" actId="20577"/>
          <ac:spMkLst>
            <pc:docMk/>
            <pc:sldMk cId="2622368704" sldId="266"/>
            <ac:spMk id="2" creationId="{1ECBCBCA-79D1-BD0F-C250-650C0672B59E}"/>
          </ac:spMkLst>
        </pc:spChg>
        <pc:spChg chg="mod">
          <ac:chgData name="Catherine Moon" userId="c7834b31f1911408" providerId="LiveId" clId="{4AEE289E-8FE7-4574-BD40-8E6419E2BBBA}" dt="2025-12-01T11:49:43.734" v="3506" actId="27636"/>
          <ac:spMkLst>
            <pc:docMk/>
            <pc:sldMk cId="2622368704" sldId="266"/>
            <ac:spMk id="3" creationId="{F2E32F55-71EA-7D06-D4CD-1777FBA1F396}"/>
          </ac:spMkLst>
        </pc:spChg>
        <pc:spChg chg="add del mod">
          <ac:chgData name="Catherine Moon" userId="c7834b31f1911408" providerId="LiveId" clId="{4AEE289E-8FE7-4574-BD40-8E6419E2BBBA}" dt="2025-12-01T11:27:31.776" v="3152" actId="478"/>
          <ac:spMkLst>
            <pc:docMk/>
            <pc:sldMk cId="2622368704" sldId="266"/>
            <ac:spMk id="5" creationId="{5D25D5DB-E5E2-55FB-9453-F159230B2763}"/>
          </ac:spMkLst>
        </pc:spChg>
        <pc:graphicFrameChg chg="add del mod modGraphic">
          <ac:chgData name="Catherine Moon" userId="c7834b31f1911408" providerId="LiveId" clId="{4AEE289E-8FE7-4574-BD40-8E6419E2BBBA}" dt="2025-12-01T11:50:13.751" v="3514" actId="21"/>
          <ac:graphicFrameMkLst>
            <pc:docMk/>
            <pc:sldMk cId="2622368704" sldId="266"/>
            <ac:graphicFrameMk id="6" creationId="{A068BD6F-C05E-6A24-2B44-B6E028A853F5}"/>
          </ac:graphicFrameMkLst>
        </pc:graphicFrameChg>
        <pc:graphicFrameChg chg="add del mod modGraphic">
          <ac:chgData name="Catherine Moon" userId="c7834b31f1911408" providerId="LiveId" clId="{4AEE289E-8FE7-4574-BD40-8E6419E2BBBA}" dt="2025-12-01T11:52:06.467" v="3524" actId="21"/>
          <ac:graphicFrameMkLst>
            <pc:docMk/>
            <pc:sldMk cId="2622368704" sldId="266"/>
            <ac:graphicFrameMk id="7" creationId="{C2EE4AA7-7CCD-56F0-9399-657057392186}"/>
          </ac:graphicFrameMkLst>
        </pc:graphicFrameChg>
      </pc:sldChg>
      <pc:sldChg chg="addSp delSp modSp new mod modAnim">
        <pc:chgData name="Catherine Moon" userId="c7834b31f1911408" providerId="LiveId" clId="{4AEE289E-8FE7-4574-BD40-8E6419E2BBBA}" dt="2025-12-01T12:38:00.147" v="3994"/>
        <pc:sldMkLst>
          <pc:docMk/>
          <pc:sldMk cId="958193948" sldId="267"/>
        </pc:sldMkLst>
        <pc:spChg chg="mod">
          <ac:chgData name="Catherine Moon" userId="c7834b31f1911408" providerId="LiveId" clId="{4AEE289E-8FE7-4574-BD40-8E6419E2BBBA}" dt="2025-12-01T12:28:16.897" v="3818" actId="20577"/>
          <ac:spMkLst>
            <pc:docMk/>
            <pc:sldMk cId="958193948" sldId="267"/>
            <ac:spMk id="2" creationId="{56DFDE46-3EBC-348A-FDE8-01B38EF0E361}"/>
          </ac:spMkLst>
        </pc:spChg>
        <pc:spChg chg="del">
          <ac:chgData name="Catherine Moon" userId="c7834b31f1911408" providerId="LiveId" clId="{4AEE289E-8FE7-4574-BD40-8E6419E2BBBA}" dt="2025-12-01T11:42:29.119" v="3364" actId="478"/>
          <ac:spMkLst>
            <pc:docMk/>
            <pc:sldMk cId="958193948" sldId="267"/>
            <ac:spMk id="3" creationId="{EBE5CB9A-838C-2029-AFD1-1A7514C84E87}"/>
          </ac:spMkLst>
        </pc:spChg>
        <pc:spChg chg="add del mod">
          <ac:chgData name="Catherine Moon" userId="c7834b31f1911408" providerId="LiveId" clId="{4AEE289E-8FE7-4574-BD40-8E6419E2BBBA}" dt="2025-12-01T12:17:33.086" v="3623" actId="478"/>
          <ac:spMkLst>
            <pc:docMk/>
            <pc:sldMk cId="958193948" sldId="267"/>
            <ac:spMk id="4" creationId="{A301F555-1E08-89E3-4DF5-B37F39686D9A}"/>
          </ac:spMkLst>
        </pc:spChg>
        <pc:spChg chg="add mod">
          <ac:chgData name="Catherine Moon" userId="c7834b31f1911408" providerId="LiveId" clId="{4AEE289E-8FE7-4574-BD40-8E6419E2BBBA}" dt="2025-12-01T12:30:29.987" v="3834" actId="255"/>
          <ac:spMkLst>
            <pc:docMk/>
            <pc:sldMk cId="958193948" sldId="267"/>
            <ac:spMk id="5" creationId="{27712A2B-B587-386B-1442-6950CA29370E}"/>
          </ac:spMkLst>
        </pc:spChg>
        <pc:spChg chg="add mod">
          <ac:chgData name="Catherine Moon" userId="c7834b31f1911408" providerId="LiveId" clId="{4AEE289E-8FE7-4574-BD40-8E6419E2BBBA}" dt="2025-12-01T12:30:43.539" v="3835" actId="207"/>
          <ac:spMkLst>
            <pc:docMk/>
            <pc:sldMk cId="958193948" sldId="267"/>
            <ac:spMk id="7" creationId="{10BC64B5-52A8-2FAD-3E1D-9B3223337ED9}"/>
          </ac:spMkLst>
        </pc:spChg>
        <pc:picChg chg="add mod">
          <ac:chgData name="Catherine Moon" userId="c7834b31f1911408" providerId="LiveId" clId="{4AEE289E-8FE7-4574-BD40-8E6419E2BBBA}" dt="2025-12-01T12:18:11.124" v="3628" actId="1076"/>
          <ac:picMkLst>
            <pc:docMk/>
            <pc:sldMk cId="958193948" sldId="267"/>
            <ac:picMk id="6" creationId="{CAB1CE02-4537-0FA0-E7AF-A46BA238A437}"/>
          </ac:picMkLst>
        </pc:picChg>
      </pc:sldChg>
      <pc:sldChg chg="addSp delSp modSp new mod modAnim">
        <pc:chgData name="Catherine Moon" userId="c7834b31f1911408" providerId="LiveId" clId="{4AEE289E-8FE7-4574-BD40-8E6419E2BBBA}" dt="2025-12-02T02:43:36.285" v="4252" actId="113"/>
        <pc:sldMkLst>
          <pc:docMk/>
          <pc:sldMk cId="1430809133" sldId="268"/>
        </pc:sldMkLst>
        <pc:spChg chg="mod">
          <ac:chgData name="Catherine Moon" userId="c7834b31f1911408" providerId="LiveId" clId="{4AEE289E-8FE7-4574-BD40-8E6419E2BBBA}" dt="2025-12-01T12:28:25.611" v="3824" actId="20577"/>
          <ac:spMkLst>
            <pc:docMk/>
            <pc:sldMk cId="1430809133" sldId="268"/>
            <ac:spMk id="2" creationId="{60200AD3-D660-E1F5-BAF2-833F3DA7F3A9}"/>
          </ac:spMkLst>
        </pc:spChg>
        <pc:spChg chg="del">
          <ac:chgData name="Catherine Moon" userId="c7834b31f1911408" providerId="LiveId" clId="{4AEE289E-8FE7-4574-BD40-8E6419E2BBBA}" dt="2025-12-01T11:49:23.704" v="3504" actId="478"/>
          <ac:spMkLst>
            <pc:docMk/>
            <pc:sldMk cId="1430809133" sldId="268"/>
            <ac:spMk id="3" creationId="{8F9D905B-8220-211E-55C2-1DB2BFD5A7BF}"/>
          </ac:spMkLst>
        </pc:spChg>
        <pc:spChg chg="add del mod">
          <ac:chgData name="Catherine Moon" userId="c7834b31f1911408" providerId="LiveId" clId="{4AEE289E-8FE7-4574-BD40-8E6419E2BBBA}" dt="2025-12-01T12:14:28.735" v="3611" actId="478"/>
          <ac:spMkLst>
            <pc:docMk/>
            <pc:sldMk cId="1430809133" sldId="268"/>
            <ac:spMk id="4" creationId="{B3C723FB-7A53-5ACC-14CD-2CD64F2752D9}"/>
          </ac:spMkLst>
        </pc:spChg>
        <pc:spChg chg="add del mod">
          <ac:chgData name="Catherine Moon" userId="c7834b31f1911408" providerId="LiveId" clId="{4AEE289E-8FE7-4574-BD40-8E6419E2BBBA}" dt="2025-12-01T11:54:05.551" v="3544" actId="478"/>
          <ac:spMkLst>
            <pc:docMk/>
            <pc:sldMk cId="1430809133" sldId="268"/>
            <ac:spMk id="5" creationId="{F8F0CD07-D976-7F83-27F4-3FD7B31A5746}"/>
          </ac:spMkLst>
        </pc:spChg>
        <pc:spChg chg="add del mod">
          <ac:chgData name="Catherine Moon" userId="c7834b31f1911408" providerId="LiveId" clId="{4AEE289E-8FE7-4574-BD40-8E6419E2BBBA}" dt="2025-12-01T11:54:01.396" v="3543" actId="478"/>
          <ac:spMkLst>
            <pc:docMk/>
            <pc:sldMk cId="1430809133" sldId="268"/>
            <ac:spMk id="6" creationId="{BB993988-529B-4256-4684-2109DAC1C28C}"/>
          </ac:spMkLst>
        </pc:spChg>
        <pc:spChg chg="add del mod">
          <ac:chgData name="Catherine Moon" userId="c7834b31f1911408" providerId="LiveId" clId="{4AEE289E-8FE7-4574-BD40-8E6419E2BBBA}" dt="2025-12-01T12:22:53.406" v="3710" actId="478"/>
          <ac:spMkLst>
            <pc:docMk/>
            <pc:sldMk cId="1430809133" sldId="268"/>
            <ac:spMk id="9" creationId="{5EEE2B7D-6602-4551-B61F-5F7B351C3EB1}"/>
          </ac:spMkLst>
        </pc:spChg>
        <pc:spChg chg="add mod">
          <ac:chgData name="Catherine Moon" userId="c7834b31f1911408" providerId="LiveId" clId="{4AEE289E-8FE7-4574-BD40-8E6419E2BBBA}" dt="2025-12-02T02:43:36.285" v="4252" actId="113"/>
          <ac:spMkLst>
            <pc:docMk/>
            <pc:sldMk cId="1430809133" sldId="268"/>
            <ac:spMk id="10" creationId="{F326CB31-63EC-09CD-853D-1A88339A4BC3}"/>
          </ac:spMkLst>
        </pc:spChg>
        <pc:spChg chg="add mod ord">
          <ac:chgData name="Catherine Moon" userId="c7834b31f1911408" providerId="LiveId" clId="{4AEE289E-8FE7-4574-BD40-8E6419E2BBBA}" dt="2025-12-01T12:29:42.911" v="3829" actId="207"/>
          <ac:spMkLst>
            <pc:docMk/>
            <pc:sldMk cId="1430809133" sldId="268"/>
            <ac:spMk id="11" creationId="{47EF6649-4C43-E30F-55DE-42B2129B3A57}"/>
          </ac:spMkLst>
        </pc:spChg>
        <pc:spChg chg="add mod ord">
          <ac:chgData name="Catherine Moon" userId="c7834b31f1911408" providerId="LiveId" clId="{4AEE289E-8FE7-4574-BD40-8E6419E2BBBA}" dt="2025-12-01T12:29:49.026" v="3830" actId="207"/>
          <ac:spMkLst>
            <pc:docMk/>
            <pc:sldMk cId="1430809133" sldId="268"/>
            <ac:spMk id="13" creationId="{52A9A903-6B04-9363-11A9-271A520B7309}"/>
          </ac:spMkLst>
        </pc:spChg>
        <pc:graphicFrameChg chg="add mod modGraphic">
          <ac:chgData name="Catherine Moon" userId="c7834b31f1911408" providerId="LiveId" clId="{4AEE289E-8FE7-4574-BD40-8E6419E2BBBA}" dt="2025-12-01T12:32:06.054" v="3843" actId="113"/>
          <ac:graphicFrameMkLst>
            <pc:docMk/>
            <pc:sldMk cId="1430809133" sldId="268"/>
            <ac:graphicFrameMk id="7" creationId="{D99818FD-40FD-E44A-442B-8A546A2EE221}"/>
          </ac:graphicFrameMkLst>
        </pc:graphicFrameChg>
        <pc:graphicFrameChg chg="add del mod modGraphic">
          <ac:chgData name="Catherine Moon" userId="c7834b31f1911408" providerId="LiveId" clId="{4AEE289E-8FE7-4574-BD40-8E6419E2BBBA}" dt="2025-12-01T12:25:52.114" v="3748" actId="1076"/>
          <ac:graphicFrameMkLst>
            <pc:docMk/>
            <pc:sldMk cId="1430809133" sldId="268"/>
            <ac:graphicFrameMk id="8" creationId="{3E7B31C7-9A00-12D6-5EBC-0575590A742D}"/>
          </ac:graphicFrameMkLst>
        </pc:graphicFrameChg>
        <pc:graphicFrameChg chg="add del mod">
          <ac:chgData name="Catherine Moon" userId="c7834b31f1911408" providerId="LiveId" clId="{4AEE289E-8FE7-4574-BD40-8E6419E2BBBA}" dt="2025-12-01T12:26:02.299" v="3750" actId="478"/>
          <ac:graphicFrameMkLst>
            <pc:docMk/>
            <pc:sldMk cId="1430809133" sldId="268"/>
            <ac:graphicFrameMk id="12" creationId="{C5C67E7F-3ADD-CB92-235B-18DCAF3E6F7D}"/>
          </ac:graphicFrameMkLst>
        </pc:graphicFrameChg>
      </pc:sldChg>
      <pc:sldChg chg="modSp new mod">
        <pc:chgData name="Catherine Moon" userId="c7834b31f1911408" providerId="LiveId" clId="{4AEE289E-8FE7-4574-BD40-8E6419E2BBBA}" dt="2025-12-01T12:37:11.646" v="3991" actId="20577"/>
        <pc:sldMkLst>
          <pc:docMk/>
          <pc:sldMk cId="2172783021" sldId="269"/>
        </pc:sldMkLst>
        <pc:spChg chg="mod">
          <ac:chgData name="Catherine Moon" userId="c7834b31f1911408" providerId="LiveId" clId="{4AEE289E-8FE7-4574-BD40-8E6419E2BBBA}" dt="2025-12-01T12:35:21.224" v="3876" actId="20577"/>
          <ac:spMkLst>
            <pc:docMk/>
            <pc:sldMk cId="2172783021" sldId="269"/>
            <ac:spMk id="2" creationId="{61456EA0-4BCE-473C-0084-711D10BE4B2A}"/>
          </ac:spMkLst>
        </pc:spChg>
        <pc:spChg chg="mod">
          <ac:chgData name="Catherine Moon" userId="c7834b31f1911408" providerId="LiveId" clId="{4AEE289E-8FE7-4574-BD40-8E6419E2BBBA}" dt="2025-12-01T12:37:11.646" v="3991" actId="20577"/>
          <ac:spMkLst>
            <pc:docMk/>
            <pc:sldMk cId="2172783021" sldId="269"/>
            <ac:spMk id="3" creationId="{6F56C695-C22A-6CE9-588F-70BD6ACEB290}"/>
          </ac:spMkLst>
        </pc:spChg>
      </pc:sldChg>
      <pc:sldChg chg="addSp modSp new mod modAnim">
        <pc:chgData name="Catherine Moon" userId="c7834b31f1911408" providerId="LiveId" clId="{4AEE289E-8FE7-4574-BD40-8E6419E2BBBA}" dt="2025-12-01T12:45:08.683" v="4036"/>
        <pc:sldMkLst>
          <pc:docMk/>
          <pc:sldMk cId="1261526293" sldId="270"/>
        </pc:sldMkLst>
        <pc:spChg chg="mod">
          <ac:chgData name="Catherine Moon" userId="c7834b31f1911408" providerId="LiveId" clId="{4AEE289E-8FE7-4574-BD40-8E6419E2BBBA}" dt="2025-12-01T12:44:09.645" v="4035" actId="27636"/>
          <ac:spMkLst>
            <pc:docMk/>
            <pc:sldMk cId="1261526293" sldId="270"/>
            <ac:spMk id="2" creationId="{C3CC82C6-23F0-C4BC-C685-14CC9D1EA722}"/>
          </ac:spMkLst>
        </pc:spChg>
        <pc:picChg chg="add mod">
          <ac:chgData name="Catherine Moon" userId="c7834b31f1911408" providerId="LiveId" clId="{4AEE289E-8FE7-4574-BD40-8E6419E2BBBA}" dt="2025-12-01T12:43:47.425" v="4033" actId="14100"/>
          <ac:picMkLst>
            <pc:docMk/>
            <pc:sldMk cId="1261526293" sldId="270"/>
            <ac:picMk id="4" creationId="{E06B88AF-2F4D-694B-017C-7A6E1F31D88E}"/>
          </ac:picMkLst>
        </pc:picChg>
      </pc:sldChg>
      <pc:sldChg chg="new del ord">
        <pc:chgData name="Catherine Moon" userId="c7834b31f1911408" providerId="LiveId" clId="{4AEE289E-8FE7-4574-BD40-8E6419E2BBBA}" dt="2025-12-01T12:40:19.539" v="4006" actId="47"/>
        <pc:sldMkLst>
          <pc:docMk/>
          <pc:sldMk cId="3095075718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253E9-3F30-B2DE-C964-E3C2329BF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7D82E9-376D-C697-1B05-62303076B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38BE7C-70A5-D1CF-C169-6B2EE25F2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F5BFF4-7366-73A5-AD29-BE021413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27FED-DF7E-3F0E-920F-830CC245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13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576591-6152-9F59-C727-A4DE38A0A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83C36D-7B87-6D26-5FEC-04C13066A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749FE9-2835-AEDC-6E23-3C120D11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5F457F-0C21-C9DC-E1AB-0356DD62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3B8E3B-7F7E-34C6-AC71-D18BBAE3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71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431347-62AA-7005-527F-016AA4E9A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E8354E-76B7-F5A4-CE0A-44B5B3F32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BA6006-6D8C-6F6D-B116-2AE0ECFF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520BED-07CF-98A8-1966-28E8B2D0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62C050-9C22-CD4E-7703-4DD9C750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26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8B950-87D2-DA9C-AEF3-CED07219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BBA124-626A-E543-CAD4-520AEAB7B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FE93EC-FD39-F935-D162-7EBB33691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0576BA-CF5D-6827-B74D-B61322C7A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EF2CCF-57DC-A97F-C57D-99799F10D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158026-2CEA-6EE1-6E39-2633A208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979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B8965-B59F-60B7-9D16-40264F185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E869B0-0EF4-E46A-F9BB-F0E75F1F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610134-D67C-FD37-5B5F-14280A46A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878A46-8B68-8769-145A-2DEE36A3C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B9823C-6F03-FAB7-645B-79BAA18BC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234E41-52B8-0FD3-6E19-852ABBA3B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0B8CABA-59EE-AE95-7A19-A5E2AEDA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5C23C56-4E0E-961C-C188-337C7415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07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256CC-D891-E4A9-6197-BD2A3A2D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50A7EF5-9B40-3B49-4983-DED26E98D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3E202E-0CFF-E640-6C40-50DF5494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FB6F26-62C7-5231-8490-7EACB9F3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410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FDE044-3774-161B-1BEB-1F8A7ECB1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1C0166-6131-7105-0CBC-A448FF4E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6022DC-9E6B-262E-A6A6-89F794DDF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08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CEBAA-B767-0A9E-0A80-790FBF00B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529C97-C967-36CC-8357-E7559CF23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220D41-E0CC-BFB9-C782-9399BA128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1F729D-DA1A-F16F-9F6C-D6A73720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1ACA8D-8F4C-0747-8EE3-205C51B0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4BD3C4-0F5C-C1D9-55BF-0D058D8D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99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98449-3A69-140A-6090-2BC43A495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0994EF-84B7-1054-F146-0A9EBCC1A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5FA1AE-F2F9-B67E-0E9E-9F3C823AC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5A6307-9FDB-ABE9-F841-5C35B1DD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461E0-8F12-0B18-3602-7A63BA9CD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656B8E-D659-A323-D8E6-18A4AEC4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433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E4D4D-470D-D878-5BA2-9312BB45B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C67834-7566-5981-2605-6CB14BFF1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6F37D9-D93E-0681-9C87-806945A4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47ABD9-6BA9-6E97-D4F3-CDA430E00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7A0C78-A029-3D46-38C2-41BD032AD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57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C48524-BC78-2F2B-CEAF-5B548DE91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14BC4A-C3EB-359B-6DAB-64CF2F080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AA0C45-DF1B-332D-1824-9F89FFBA5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8739A0-829F-536B-1A24-8E2BC78A1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BDA3B-9482-8537-D69B-82A42113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052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392CEE-319F-B843-E9CB-03F5C5E86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BBE7B0-A54E-5D4A-FBF1-B1A72F49F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916350-747A-D2D3-E808-9F11D73BF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BE431-78AA-4649-B1BD-30072263077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6CB8D8-5C49-2DDD-8492-D5D6A3D99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D0D98E-23FE-E0DD-63CE-8E69ECCFD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56EB-418F-4DAA-BC94-7E2CC393E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543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13B58-B612-0563-92FA-D9001F7DBA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세종 한국어 </a:t>
            </a:r>
            <a:r>
              <a:rPr lang="en-US" altLang="ko-KR" dirty="0"/>
              <a:t>1A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EF3331-CD74-0D74-75FF-E036EE09B4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000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324214-7326-FD98-2927-31742AF91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 algn="ctr">
              <a:buNone/>
            </a:pPr>
            <a:r>
              <a:rPr lang="en-US" altLang="ko-KR" sz="9600" dirty="0"/>
              <a:t>Xin </a:t>
            </a:r>
            <a:r>
              <a:rPr lang="en-US" altLang="ko-KR" sz="9600" dirty="0" err="1"/>
              <a:t>chào</a:t>
            </a:r>
            <a:endParaRPr lang="en-US" altLang="ko-KR" sz="9600" dirty="0"/>
          </a:p>
          <a:p>
            <a:pPr marL="0" indent="0" algn="ctr">
              <a:buNone/>
            </a:pPr>
            <a:r>
              <a:rPr lang="ko-KR" altLang="en-US" sz="9600" dirty="0"/>
              <a:t>안녕하세요 </a:t>
            </a:r>
            <a:endParaRPr lang="en-US" altLang="ko-KR" sz="9600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9549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FDE46-3EBC-348A-FDE8-01B38EF0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한국어의 특징 </a:t>
            </a:r>
            <a:r>
              <a:rPr lang="en-US" altLang="ko-KR" dirty="0"/>
              <a:t>(1-2)</a:t>
            </a:r>
            <a:r>
              <a:rPr lang="ko-KR" altLang="en-US" dirty="0"/>
              <a:t> </a:t>
            </a: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27712A2B-B587-386B-1442-6950CA29370E}"/>
              </a:ext>
            </a:extLst>
          </p:cNvPr>
          <p:cNvSpPr/>
          <p:nvPr/>
        </p:nvSpPr>
        <p:spPr>
          <a:xfrm>
            <a:off x="6692900" y="1799909"/>
            <a:ext cx="4495800" cy="4164012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</a:rPr>
              <a:t>2</a:t>
            </a:r>
            <a:r>
              <a:rPr lang="en-US" altLang="ko-KR" sz="2400" b="1" dirty="0">
                <a:solidFill>
                  <a:schemeClr val="tx1"/>
                </a:solidFill>
              </a:rPr>
              <a:t>. </a:t>
            </a:r>
            <a:r>
              <a:rPr lang="ko-KR" altLang="en-US" sz="2400" b="1" dirty="0" err="1">
                <a:solidFill>
                  <a:schemeClr val="tx1"/>
                </a:solidFill>
              </a:rPr>
              <a:t>존대말</a:t>
            </a:r>
            <a:r>
              <a:rPr lang="ko-KR" altLang="en-US" sz="2400" b="1" dirty="0">
                <a:solidFill>
                  <a:schemeClr val="tx1"/>
                </a:solidFill>
              </a:rPr>
              <a:t> </a:t>
            </a:r>
            <a:r>
              <a:rPr lang="en-US" altLang="ko-KR" sz="2400" b="1" dirty="0">
                <a:solidFill>
                  <a:schemeClr val="tx1"/>
                </a:solidFill>
              </a:rPr>
              <a:t>(</a:t>
            </a:r>
            <a:r>
              <a:rPr lang="ko-KR" altLang="en-US" sz="2400" b="1" dirty="0">
                <a:solidFill>
                  <a:schemeClr val="tx1"/>
                </a:solidFill>
              </a:rPr>
              <a:t>경어</a:t>
            </a:r>
            <a:r>
              <a:rPr lang="en-US" altLang="ko-KR" sz="2400" b="1" dirty="0">
                <a:solidFill>
                  <a:schemeClr val="tx1"/>
                </a:solidFill>
              </a:rPr>
              <a:t>) </a:t>
            </a:r>
          </a:p>
          <a:p>
            <a:pPr marL="342900" indent="-342900">
              <a:buAutoNum type="arabicPeriod"/>
            </a:pPr>
            <a:endParaRPr lang="en-US" altLang="ko-KR" sz="2400" dirty="0">
              <a:solidFill>
                <a:schemeClr val="tx1"/>
              </a:solidFill>
            </a:endParaRPr>
          </a:p>
          <a:p>
            <a:r>
              <a:rPr lang="en-US" altLang="ko-KR" sz="2400" dirty="0">
                <a:solidFill>
                  <a:schemeClr val="tx1"/>
                </a:solidFill>
              </a:rPr>
              <a:t>  Chao</a:t>
            </a:r>
            <a:r>
              <a:rPr lang="en-US" altLang="ko-KR" sz="2400" dirty="0">
                <a:solidFill>
                  <a:schemeClr val="tx1"/>
                </a:solidFill>
                <a:sym typeface="Wingdings" panose="05000000000000000000" pitchFamily="2" charset="2"/>
              </a:rPr>
              <a:t> Xin Chao                    </a:t>
            </a:r>
          </a:p>
          <a:p>
            <a:endParaRPr lang="en-US" altLang="ko-KR" sz="24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24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안녕 </a:t>
            </a:r>
            <a:r>
              <a:rPr lang="en-US" altLang="ko-KR" sz="24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안녕하세요 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pic>
        <p:nvPicPr>
          <p:cNvPr id="6" name="내용 개체 틀 4" descr="텍스트, 스크린샷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B1CE02-4537-0FA0-E7AF-A46BA238A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0" t="5528" r="81617" b="83434"/>
          <a:stretch>
            <a:fillRect/>
          </a:stretch>
        </p:blipFill>
        <p:spPr>
          <a:xfrm>
            <a:off x="1262616" y="1690688"/>
            <a:ext cx="4236485" cy="348387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0BC64B5-52A8-2FAD-3E1D-9B3223337ED9}"/>
              </a:ext>
            </a:extLst>
          </p:cNvPr>
          <p:cNvSpPr/>
          <p:nvPr/>
        </p:nvSpPr>
        <p:spPr>
          <a:xfrm>
            <a:off x="1117600" y="5159030"/>
            <a:ext cx="4711700" cy="82042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/>
              <a:t>1. </a:t>
            </a:r>
            <a:r>
              <a:rPr lang="ko-KR" altLang="en-US" sz="3600" b="1" dirty="0"/>
              <a:t>표음문자  </a:t>
            </a:r>
          </a:p>
        </p:txBody>
      </p:sp>
    </p:spTree>
    <p:extLst>
      <p:ext uri="{BB962C8B-B14F-4D97-AF65-F5344CB8AC3E}">
        <p14:creationId xmlns:p14="http://schemas.microsoft.com/office/powerpoint/2010/main" val="95819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A9A903-6B04-9363-11A9-271A520B7309}"/>
              </a:ext>
            </a:extLst>
          </p:cNvPr>
          <p:cNvSpPr/>
          <p:nvPr/>
        </p:nvSpPr>
        <p:spPr>
          <a:xfrm>
            <a:off x="482600" y="5118973"/>
            <a:ext cx="11226800" cy="161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3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F6649-4C43-E30F-55DE-42B2129B3A57}"/>
              </a:ext>
            </a:extLst>
          </p:cNvPr>
          <p:cNvSpPr/>
          <p:nvPr/>
        </p:nvSpPr>
        <p:spPr>
          <a:xfrm>
            <a:off x="482600" y="3240798"/>
            <a:ext cx="11226800" cy="16137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3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0200AD3-D660-E1F5-BAF2-833F3DA7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861"/>
            <a:ext cx="10515600" cy="818396"/>
          </a:xfrm>
        </p:spPr>
        <p:txBody>
          <a:bodyPr/>
          <a:lstStyle/>
          <a:p>
            <a:r>
              <a:rPr lang="ko-KR" altLang="en-US" dirty="0"/>
              <a:t>한국어 특징 </a:t>
            </a:r>
            <a:r>
              <a:rPr lang="en-US" altLang="ko-KR" dirty="0"/>
              <a:t>(3-5)</a:t>
            </a:r>
            <a:r>
              <a:rPr lang="ko-KR" altLang="en-US" dirty="0"/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99818FD-40FD-E44A-442B-8A546A2EE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435227"/>
              </p:ext>
            </p:extLst>
          </p:nvPr>
        </p:nvGraphicFramePr>
        <p:xfrm>
          <a:off x="596900" y="5344834"/>
          <a:ext cx="11696700" cy="944880"/>
        </p:xfrm>
        <a:graphic>
          <a:graphicData uri="http://schemas.openxmlformats.org/drawingml/2006/table">
            <a:tbl>
              <a:tblPr/>
              <a:tblGrid>
                <a:gridCol w="3605750">
                  <a:extLst>
                    <a:ext uri="{9D8B030D-6E8A-4147-A177-3AD203B41FA5}">
                      <a16:colId xmlns:a16="http://schemas.microsoft.com/office/drawing/2014/main" val="853972466"/>
                    </a:ext>
                  </a:extLst>
                </a:gridCol>
                <a:gridCol w="4045475">
                  <a:extLst>
                    <a:ext uri="{9D8B030D-6E8A-4147-A177-3AD203B41FA5}">
                      <a16:colId xmlns:a16="http://schemas.microsoft.com/office/drawing/2014/main" val="2581150286"/>
                    </a:ext>
                  </a:extLst>
                </a:gridCol>
                <a:gridCol w="4045475">
                  <a:extLst>
                    <a:ext uri="{9D8B030D-6E8A-4147-A177-3AD203B41FA5}">
                      <a16:colId xmlns:a16="http://schemas.microsoft.com/office/drawing/2014/main" val="84367145"/>
                    </a:ext>
                  </a:extLst>
                </a:gridCol>
              </a:tblGrid>
              <a:tr h="184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0" dirty="0"/>
                        <a:t>           SOV</a:t>
                      </a:r>
                      <a:endParaRPr lang="ko-KR" altLang="en-US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SVO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77779"/>
                  </a:ext>
                </a:extLst>
              </a:tr>
              <a:tr h="184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200" dirty="0"/>
                        <a:t>5. </a:t>
                      </a:r>
                      <a:r>
                        <a:rPr lang="ko-KR" altLang="en-US" sz="2400" b="1" dirty="0"/>
                        <a:t>나는 사과를 좋아해</a:t>
                      </a:r>
                      <a:r>
                        <a:rPr lang="en-US" altLang="ko-KR" sz="2400" b="1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    </a:t>
                      </a:r>
                      <a:r>
                        <a:rPr lang="en-US" sz="3200" b="1" dirty="0" err="1"/>
                        <a:t>Tôi</a:t>
                      </a:r>
                      <a:r>
                        <a:rPr lang="en-US" sz="3200" b="1" dirty="0"/>
                        <a:t> </a:t>
                      </a:r>
                      <a:r>
                        <a:rPr lang="en-US" sz="3200" b="1" dirty="0" err="1"/>
                        <a:t>thích</a:t>
                      </a:r>
                      <a:r>
                        <a:rPr lang="en-US" sz="3200" b="1" dirty="0"/>
                        <a:t> </a:t>
                      </a:r>
                      <a:r>
                        <a:rPr lang="en-US" sz="3200" b="1" dirty="0" err="1"/>
                        <a:t>táo</a:t>
                      </a:r>
                      <a:r>
                        <a:rPr lang="en-US" sz="3200" b="1" dirty="0"/>
                        <a:t>.</a:t>
                      </a:r>
                      <a:endParaRPr lang="en-US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400" dirty="0"/>
                        <a:t>또이 </a:t>
                      </a:r>
                      <a:r>
                        <a:rPr lang="ko-KR" altLang="en-US" sz="2400" dirty="0" err="1"/>
                        <a:t>틱</a:t>
                      </a:r>
                      <a:r>
                        <a:rPr lang="ko-KR" altLang="en-US" sz="2400" dirty="0"/>
                        <a:t> </a:t>
                      </a:r>
                      <a:r>
                        <a:rPr lang="ko-KR" altLang="en-US" sz="2400" dirty="0" err="1"/>
                        <a:t>따오</a:t>
                      </a:r>
                      <a:r>
                        <a:rPr lang="en-US" altLang="ko-KR" sz="32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390055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E7B31C7-9A00-12D6-5EBC-0575590A7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63087"/>
              </p:ext>
            </p:extLst>
          </p:nvPr>
        </p:nvGraphicFramePr>
        <p:xfrm>
          <a:off x="685800" y="3505200"/>
          <a:ext cx="11182350" cy="1066800"/>
        </p:xfrm>
        <a:graphic>
          <a:graphicData uri="http://schemas.openxmlformats.org/drawingml/2006/table">
            <a:tbl>
              <a:tblPr/>
              <a:tblGrid>
                <a:gridCol w="3295650">
                  <a:extLst>
                    <a:ext uri="{9D8B030D-6E8A-4147-A177-3AD203B41FA5}">
                      <a16:colId xmlns:a16="http://schemas.microsoft.com/office/drawing/2014/main" val="35655305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230225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265796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16744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963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4000" dirty="0"/>
                        <a:t>4. </a:t>
                      </a:r>
                      <a:r>
                        <a:rPr lang="ko-KR" altLang="en-US" sz="3200" dirty="0"/>
                        <a:t>빨간 사과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 b="1" dirty="0"/>
                        <a:t>  </a:t>
                      </a:r>
                      <a:r>
                        <a:rPr lang="en-US" sz="4000" b="1" dirty="0" err="1"/>
                        <a:t>táo</a:t>
                      </a:r>
                      <a:r>
                        <a:rPr lang="en-US" sz="4000" b="1" dirty="0"/>
                        <a:t> </a:t>
                      </a:r>
                      <a:r>
                        <a:rPr lang="en-US" sz="4000" b="1" dirty="0" err="1"/>
                        <a:t>đỏ</a:t>
                      </a:r>
                      <a:endParaRPr lang="en-US" sz="4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400" dirty="0" err="1"/>
                        <a:t>따오</a:t>
                      </a:r>
                      <a:r>
                        <a:rPr lang="ko-KR" altLang="en-US" sz="2400" dirty="0"/>
                        <a:t> 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306692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326CB31-63EC-09CD-853D-1A88339A4BC3}"/>
              </a:ext>
            </a:extLst>
          </p:cNvPr>
          <p:cNvSpPr/>
          <p:nvPr/>
        </p:nvSpPr>
        <p:spPr>
          <a:xfrm>
            <a:off x="482600" y="1323141"/>
            <a:ext cx="11226800" cy="16137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200" dirty="0">
                <a:solidFill>
                  <a:schemeClr val="tx1"/>
                </a:solidFill>
              </a:rPr>
              <a:t>3. </a:t>
            </a:r>
            <a:r>
              <a:rPr lang="en-US" altLang="ko-KR" sz="3200" b="1" dirty="0">
                <a:solidFill>
                  <a:schemeClr val="tx1"/>
                </a:solidFill>
              </a:rPr>
              <a:t>Pho </a:t>
            </a:r>
          </a:p>
          <a:p>
            <a:r>
              <a:rPr lang="en-US" altLang="ko-KR" sz="3200" dirty="0">
                <a:solidFill>
                  <a:schemeClr val="tx1"/>
                </a:solidFill>
              </a:rPr>
              <a:t>   ( </a:t>
            </a:r>
            <a:r>
              <a:rPr lang="ko-KR" altLang="en-US" sz="3200" dirty="0">
                <a:solidFill>
                  <a:schemeClr val="tx1"/>
                </a:solidFill>
              </a:rPr>
              <a:t>베트남에서의 </a:t>
            </a:r>
            <a:r>
              <a:rPr lang="ko-KR" altLang="en-US" sz="3200" dirty="0" err="1">
                <a:solidFill>
                  <a:schemeClr val="tx1"/>
                </a:solidFill>
              </a:rPr>
              <a:t>한비엣</a:t>
            </a:r>
            <a:r>
              <a:rPr lang="ko-KR" altLang="en-US" sz="3200" dirty="0">
                <a:solidFill>
                  <a:schemeClr val="tx1"/>
                </a:solidFill>
              </a:rPr>
              <a:t> </a:t>
            </a:r>
            <a:r>
              <a:rPr lang="en-US" altLang="ko-KR" sz="3200" dirty="0">
                <a:solidFill>
                  <a:schemeClr val="tx1"/>
                </a:solidFill>
              </a:rPr>
              <a:t>(</a:t>
            </a:r>
            <a:r>
              <a:rPr lang="ko-KR" altLang="en-US" sz="3200" dirty="0">
                <a:solidFill>
                  <a:schemeClr val="tx1"/>
                </a:solidFill>
              </a:rPr>
              <a:t>중국에서 온 한자 </a:t>
            </a:r>
            <a:r>
              <a:rPr lang="ko-KR" altLang="en-US" sz="3200" b="1" dirty="0">
                <a:solidFill>
                  <a:schemeClr val="tx1"/>
                </a:solidFill>
              </a:rPr>
              <a:t>외래어</a:t>
            </a:r>
            <a:r>
              <a:rPr lang="en-US" altLang="ko-KR" sz="3200" dirty="0">
                <a:solidFill>
                  <a:schemeClr val="tx1"/>
                </a:solidFill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43080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21279-D6DE-6E04-2648-6F2D7BFF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57" y="365125"/>
            <a:ext cx="11798223" cy="1325563"/>
          </a:xfrm>
        </p:spPr>
        <p:txBody>
          <a:bodyPr/>
          <a:lstStyle/>
          <a:p>
            <a:r>
              <a:rPr lang="ko-KR" altLang="en-US" b="1" dirty="0"/>
              <a:t>한국어 </a:t>
            </a:r>
            <a:r>
              <a:rPr lang="en-US" altLang="ko-KR" b="1" dirty="0"/>
              <a:t>21</a:t>
            </a:r>
            <a:r>
              <a:rPr lang="ko-KR" altLang="en-US" b="1" dirty="0"/>
              <a:t>모음</a:t>
            </a:r>
            <a:br>
              <a:rPr lang="en-US" altLang="ko-KR" dirty="0"/>
            </a:br>
            <a:r>
              <a:rPr lang="en-US" altLang="ko-KR" dirty="0"/>
              <a:t>      (</a:t>
            </a:r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베트남어 모음 </a:t>
            </a:r>
            <a:r>
              <a:rPr lang="en-US" altLang="ko-KR" dirty="0"/>
              <a:t>12</a:t>
            </a:r>
            <a:r>
              <a:rPr lang="ko-KR" altLang="en-US" dirty="0"/>
              <a:t>개</a:t>
            </a:r>
            <a:r>
              <a:rPr lang="en-US" altLang="ko-KR" dirty="0"/>
              <a:t>) </a:t>
            </a:r>
            <a:r>
              <a:rPr lang="ko-KR" altLang="en-US" dirty="0"/>
              <a:t> </a:t>
            </a:r>
          </a:p>
        </p:txBody>
      </p:sp>
      <p:pic>
        <p:nvPicPr>
          <p:cNvPr id="5" name="내용 개체 틀 4" descr="텍스트, 예술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D72373-DF07-A03A-1B4C-FA4F81A6A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1" t="12049" r="3021" b="7736"/>
          <a:stretch>
            <a:fillRect/>
          </a:stretch>
        </p:blipFill>
        <p:spPr>
          <a:xfrm>
            <a:off x="265958" y="1690687"/>
            <a:ext cx="6508469" cy="4611789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5D0D402-5C0E-30DD-4A28-B444C5384D76}"/>
              </a:ext>
            </a:extLst>
          </p:cNvPr>
          <p:cNvSpPr/>
          <p:nvPr/>
        </p:nvSpPr>
        <p:spPr>
          <a:xfrm>
            <a:off x="6774426" y="1366684"/>
            <a:ext cx="5151615" cy="49357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err="1">
                <a:solidFill>
                  <a:srgbClr val="FFFF00"/>
                </a:solidFill>
              </a:rPr>
              <a:t>ㅏ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ㅓ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ㅗ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ㅜ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endParaRPr lang="en-US" altLang="ko-KR" sz="4800" b="1" dirty="0">
              <a:solidFill>
                <a:srgbClr val="FFFF00"/>
              </a:solidFill>
            </a:endParaRPr>
          </a:p>
          <a:p>
            <a:pPr algn="ctr"/>
            <a:r>
              <a:rPr lang="ko-KR" altLang="en-US" sz="4800" b="1" dirty="0" err="1">
                <a:solidFill>
                  <a:srgbClr val="FFFF00"/>
                </a:solidFill>
              </a:rPr>
              <a:t>ㅡ</a:t>
            </a:r>
            <a:r>
              <a:rPr lang="ko-KR" altLang="en-US" sz="4800" b="1" dirty="0">
                <a:solidFill>
                  <a:srgbClr val="FFFF00"/>
                </a:solidFill>
              </a:rPr>
              <a:t>  </a:t>
            </a:r>
            <a:r>
              <a:rPr lang="ko-KR" altLang="en-US" sz="4800" b="1" dirty="0" err="1">
                <a:solidFill>
                  <a:srgbClr val="FFFF00"/>
                </a:solidFill>
              </a:rPr>
              <a:t>ㅣ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ㅐ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ㅔ</a:t>
            </a:r>
            <a:endParaRPr lang="en-US" altLang="ko-KR" sz="4800" b="1" dirty="0">
              <a:solidFill>
                <a:srgbClr val="FFFF00"/>
              </a:solidFill>
            </a:endParaRPr>
          </a:p>
          <a:p>
            <a:pPr algn="ctr"/>
            <a:r>
              <a:rPr lang="ko-KR" altLang="en-US" sz="4800" b="1" dirty="0" err="1">
                <a:solidFill>
                  <a:srgbClr val="FFFF00"/>
                </a:solidFill>
              </a:rPr>
              <a:t>ㅑ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ㅕ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ㅛ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ㅠ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ㅒ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ㅖ</a:t>
            </a:r>
            <a:endParaRPr lang="en-US" altLang="ko-KR" sz="4800" b="1" dirty="0">
              <a:solidFill>
                <a:srgbClr val="FFFF00"/>
              </a:solidFill>
            </a:endParaRPr>
          </a:p>
          <a:p>
            <a:pPr algn="ctr"/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ㅘ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ㅙ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ㅚ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ㅝ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endParaRPr lang="en-US" altLang="ko-KR" sz="4800" b="1" dirty="0">
              <a:solidFill>
                <a:srgbClr val="FFFF00"/>
              </a:solidFill>
            </a:endParaRPr>
          </a:p>
          <a:p>
            <a:pPr algn="ctr"/>
            <a:r>
              <a:rPr lang="ko-KR" altLang="en-US" sz="4800" b="1" dirty="0" err="1">
                <a:solidFill>
                  <a:srgbClr val="FFFF00"/>
                </a:solidFill>
              </a:rPr>
              <a:t>ㅞ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ㅟ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r>
              <a:rPr lang="ko-KR" altLang="en-US" sz="4800" b="1" dirty="0" err="1">
                <a:solidFill>
                  <a:srgbClr val="FFFF00"/>
                </a:solidFill>
              </a:rPr>
              <a:t>ㅢ</a:t>
            </a:r>
            <a:r>
              <a:rPr lang="ko-KR" altLang="en-US" sz="4800" b="1" dirty="0">
                <a:solidFill>
                  <a:srgbClr val="FFFF00"/>
                </a:solidFill>
              </a:rPr>
              <a:t> </a:t>
            </a:r>
            <a:endParaRPr lang="en-US" altLang="ko-KR" sz="4800" b="1" dirty="0">
              <a:solidFill>
                <a:srgbClr val="FFFF00"/>
              </a:solidFill>
            </a:endParaRPr>
          </a:p>
          <a:p>
            <a:pPr algn="ctr"/>
            <a:endParaRPr lang="en-US" altLang="ko-KR" sz="3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62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C82C6-23F0-C4BC-C685-14CC9D1EA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5"/>
            <a:ext cx="11201400" cy="84381"/>
          </a:xfrm>
        </p:spPr>
        <p:txBody>
          <a:bodyPr>
            <a:normAutofit fontScale="90000"/>
          </a:bodyPr>
          <a:lstStyle/>
          <a:p>
            <a:r>
              <a:rPr lang="ko-KR" altLang="en-US" sz="2400" b="1" dirty="0"/>
              <a:t>한국어 </a:t>
            </a:r>
            <a:r>
              <a:rPr lang="en-US" altLang="ko-KR" sz="2400" b="1" dirty="0"/>
              <a:t>19</a:t>
            </a:r>
            <a:r>
              <a:rPr lang="ko-KR" altLang="en-US" sz="2400" b="1" dirty="0"/>
              <a:t>자음 발음하기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입술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이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혀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목구멍 사용</a:t>
            </a:r>
            <a:r>
              <a:rPr lang="en-US" altLang="ko-KR" sz="2400" b="1" dirty="0"/>
              <a:t>) 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EFAA8F-BA59-825B-EA93-914082BBD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4" descr="텍스트, 스크린샷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6B88AF-2F4D-694B-017C-7A6E1F31D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60" y="828674"/>
            <a:ext cx="11800840" cy="572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2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A0558-E732-FC2B-AD0A-2D836770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5" y="158212"/>
            <a:ext cx="10515600" cy="1228136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 한국어 자음</a:t>
            </a:r>
            <a:r>
              <a:rPr lang="ko-KR" altLang="en-US" dirty="0"/>
              <a:t> </a:t>
            </a:r>
            <a:r>
              <a:rPr lang="en-US" altLang="ko-KR" dirty="0"/>
              <a:t>19 consonants </a:t>
            </a:r>
            <a:r>
              <a:rPr lang="en-US" altLang="ko-KR" sz="4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4000" b="1" dirty="0">
                <a:solidFill>
                  <a:srgbClr val="FFC000"/>
                </a:solidFill>
              </a:rPr>
              <a:t>평음</a:t>
            </a:r>
            <a:r>
              <a:rPr lang="ko-KR" altLang="en-US" sz="4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4000" b="1" dirty="0">
                <a:solidFill>
                  <a:srgbClr val="92D050"/>
                </a:solidFill>
              </a:rPr>
              <a:t>격음</a:t>
            </a:r>
            <a:r>
              <a:rPr lang="ko-KR" altLang="en-US" sz="4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경음</a:t>
            </a:r>
            <a:r>
              <a:rPr lang="en-US" altLang="ko-KR" sz="40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br>
              <a:rPr lang="en-US" altLang="ko-KR" sz="4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sz="4000" dirty="0">
                <a:solidFill>
                  <a:schemeClr val="bg1">
                    <a:lumMod val="50000"/>
                  </a:schemeClr>
                </a:solidFill>
              </a:rPr>
              <a:t>                                   (</a:t>
            </a:r>
            <a:r>
              <a:rPr lang="ko-KR" altLang="en-US" sz="4000" b="1" dirty="0">
                <a:solidFill>
                  <a:schemeClr val="bg1">
                    <a:lumMod val="50000"/>
                  </a:schemeClr>
                </a:solidFill>
              </a:rPr>
              <a:t>베트남어 자음</a:t>
            </a:r>
            <a:r>
              <a:rPr lang="en-US" altLang="ko-KR" sz="4000" dirty="0">
                <a:solidFill>
                  <a:schemeClr val="bg1">
                    <a:lumMod val="50000"/>
                  </a:schemeClr>
                </a:solidFill>
              </a:rPr>
              <a:t> 21</a:t>
            </a:r>
            <a:r>
              <a:rPr lang="ko-KR" altLang="en-US" sz="4000" dirty="0">
                <a:solidFill>
                  <a:schemeClr val="bg1">
                    <a:lumMod val="50000"/>
                  </a:schemeClr>
                </a:solidFill>
              </a:rPr>
              <a:t>개</a:t>
            </a:r>
            <a:r>
              <a:rPr lang="en-US" altLang="ko-KR" sz="4000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endParaRPr lang="ko-KR" alt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CC6A672-6A6F-4DC5-75B7-434BB14A014F}"/>
              </a:ext>
            </a:extLst>
          </p:cNvPr>
          <p:cNvSpPr/>
          <p:nvPr/>
        </p:nvSpPr>
        <p:spPr>
          <a:xfrm>
            <a:off x="6213987" y="1784555"/>
            <a:ext cx="3578942" cy="3500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 err="1">
                <a:solidFill>
                  <a:srgbClr val="FFC000"/>
                </a:solidFill>
              </a:rPr>
              <a:t>ㄴ</a:t>
            </a:r>
            <a:r>
              <a:rPr lang="ko-KR" altLang="en-US" sz="4000" b="1" dirty="0">
                <a:solidFill>
                  <a:srgbClr val="FFC000"/>
                </a:solidFill>
              </a:rPr>
              <a:t> </a:t>
            </a:r>
            <a:r>
              <a:rPr lang="ko-KR" altLang="en-US" sz="4000" b="1" dirty="0" err="1">
                <a:solidFill>
                  <a:srgbClr val="FFC000"/>
                </a:solidFill>
              </a:rPr>
              <a:t>ㄹ</a:t>
            </a:r>
            <a:r>
              <a:rPr lang="ko-KR" altLang="en-US" sz="4000" b="1" dirty="0">
                <a:solidFill>
                  <a:srgbClr val="FFC000"/>
                </a:solidFill>
              </a:rPr>
              <a:t> </a:t>
            </a:r>
            <a:r>
              <a:rPr lang="ko-KR" altLang="en-US" sz="4000" b="1" dirty="0" err="1">
                <a:solidFill>
                  <a:srgbClr val="FFC000"/>
                </a:solidFill>
              </a:rPr>
              <a:t>ㅁ</a:t>
            </a:r>
            <a:r>
              <a:rPr lang="ko-KR" altLang="en-US" sz="4000" b="1" dirty="0">
                <a:solidFill>
                  <a:srgbClr val="FFC000"/>
                </a:solidFill>
              </a:rPr>
              <a:t>   </a:t>
            </a:r>
            <a:r>
              <a:rPr lang="ko-KR" altLang="en-US" sz="4000" b="1" dirty="0" err="1">
                <a:solidFill>
                  <a:srgbClr val="FFC000"/>
                </a:solidFill>
              </a:rPr>
              <a:t>ㅇ</a:t>
            </a:r>
            <a:r>
              <a:rPr lang="ko-KR" altLang="en-US" sz="4000" b="1" dirty="0">
                <a:solidFill>
                  <a:srgbClr val="FFC000"/>
                </a:solidFill>
              </a:rPr>
              <a:t> </a:t>
            </a:r>
            <a:r>
              <a:rPr lang="ko-KR" altLang="en-US" sz="4000" b="1" dirty="0" err="1">
                <a:solidFill>
                  <a:srgbClr val="FFC000"/>
                </a:solidFill>
              </a:rPr>
              <a:t>ㅎ</a:t>
            </a:r>
            <a:endParaRPr lang="ko-KR" altLang="en-US" sz="4000" b="1" dirty="0">
              <a:solidFill>
                <a:srgbClr val="FFC000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A6EC19D-A5C5-E192-42FB-D6C3265A99B0}"/>
              </a:ext>
            </a:extLst>
          </p:cNvPr>
          <p:cNvSpPr/>
          <p:nvPr/>
        </p:nvSpPr>
        <p:spPr>
          <a:xfrm>
            <a:off x="1622322" y="1027906"/>
            <a:ext cx="3578942" cy="56718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 err="1">
                <a:solidFill>
                  <a:srgbClr val="FFC000"/>
                </a:solidFill>
              </a:rPr>
              <a:t>ㄱ</a:t>
            </a:r>
            <a:r>
              <a:rPr lang="ko-KR" altLang="en-US" sz="3600" b="1" dirty="0"/>
              <a:t> </a:t>
            </a:r>
            <a:r>
              <a:rPr lang="ko-KR" altLang="en-US" sz="3600" b="1" dirty="0" err="1">
                <a:solidFill>
                  <a:srgbClr val="92D050"/>
                </a:solidFill>
              </a:rPr>
              <a:t>ㅋ</a:t>
            </a:r>
            <a:r>
              <a:rPr lang="ko-KR" altLang="en-US" sz="3600" b="1" dirty="0"/>
              <a:t> </a:t>
            </a:r>
            <a:r>
              <a:rPr lang="ko-KR" altLang="en-US" sz="36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ㄲ</a:t>
            </a:r>
            <a:endParaRPr lang="en-US" altLang="ko-KR" sz="36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altLang="ko-KR" sz="2400" dirty="0"/>
              <a:t>g k gg</a:t>
            </a:r>
          </a:p>
          <a:p>
            <a:pPr algn="ctr"/>
            <a:r>
              <a:rPr lang="ko-KR" altLang="en-US" sz="3600" b="1" dirty="0" err="1">
                <a:solidFill>
                  <a:srgbClr val="FFC000"/>
                </a:solidFill>
              </a:rPr>
              <a:t>ㄷ</a:t>
            </a:r>
            <a:r>
              <a:rPr lang="ko-KR" altLang="en-US" sz="3600" b="1" dirty="0"/>
              <a:t> </a:t>
            </a:r>
            <a:r>
              <a:rPr lang="ko-KR" altLang="en-US" sz="3600" b="1" dirty="0" err="1">
                <a:solidFill>
                  <a:srgbClr val="92D050"/>
                </a:solidFill>
              </a:rPr>
              <a:t>ㅌ</a:t>
            </a:r>
            <a:r>
              <a:rPr lang="ko-KR" altLang="en-US" sz="3600" b="1" dirty="0"/>
              <a:t> </a:t>
            </a:r>
            <a:r>
              <a:rPr lang="ko-KR" altLang="en-US" sz="36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ㄸ</a:t>
            </a:r>
            <a:endParaRPr lang="en-US" altLang="ko-KR" sz="36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altLang="ko-KR" sz="2400" dirty="0"/>
              <a:t>d  t dd</a:t>
            </a:r>
          </a:p>
          <a:p>
            <a:pPr algn="ctr"/>
            <a:r>
              <a:rPr lang="ko-KR" altLang="en-US" sz="3600" b="1" dirty="0" err="1">
                <a:solidFill>
                  <a:srgbClr val="FFC000"/>
                </a:solidFill>
              </a:rPr>
              <a:t>ㅂ</a:t>
            </a:r>
            <a:r>
              <a:rPr lang="ko-KR" altLang="en-US" sz="3600" b="1" dirty="0"/>
              <a:t> </a:t>
            </a:r>
            <a:r>
              <a:rPr lang="ko-KR" altLang="en-US" sz="3600" b="1" dirty="0" err="1">
                <a:solidFill>
                  <a:srgbClr val="92D050"/>
                </a:solidFill>
              </a:rPr>
              <a:t>ㅍ</a:t>
            </a:r>
            <a:r>
              <a:rPr lang="ko-KR" altLang="en-US" sz="3600" b="1" dirty="0"/>
              <a:t> </a:t>
            </a:r>
            <a:r>
              <a:rPr lang="ko-KR" altLang="en-US" sz="36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ㅃ</a:t>
            </a:r>
            <a:endParaRPr lang="en-US" altLang="ko-KR" sz="36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altLang="ko-KR" sz="2400" dirty="0"/>
              <a:t>b  p  bb</a:t>
            </a:r>
          </a:p>
          <a:p>
            <a:pPr algn="ctr"/>
            <a:r>
              <a:rPr lang="ko-KR" altLang="en-US" sz="3600" b="1" dirty="0" err="1">
                <a:solidFill>
                  <a:srgbClr val="FFC000"/>
                </a:solidFill>
              </a:rPr>
              <a:t>ㅅ</a:t>
            </a:r>
            <a:r>
              <a:rPr lang="ko-KR" altLang="en-US" sz="3600" b="1" dirty="0"/>
              <a:t>   </a:t>
            </a:r>
            <a:r>
              <a:rPr lang="ko-KR" altLang="en-US" sz="36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ㅆ</a:t>
            </a:r>
            <a:endParaRPr lang="en-US" altLang="ko-KR" sz="36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altLang="ko-KR" sz="2400" dirty="0"/>
              <a:t>s    ss</a:t>
            </a:r>
          </a:p>
          <a:p>
            <a:pPr algn="ctr"/>
            <a:r>
              <a:rPr lang="ko-KR" altLang="en-US" sz="3600" b="1" dirty="0" err="1">
                <a:solidFill>
                  <a:srgbClr val="FFC000"/>
                </a:solidFill>
              </a:rPr>
              <a:t>ㅈ</a:t>
            </a:r>
            <a:r>
              <a:rPr lang="ko-KR" altLang="en-US" sz="3600" b="1" dirty="0"/>
              <a:t> </a:t>
            </a:r>
            <a:r>
              <a:rPr lang="ko-KR" altLang="en-US" sz="3600" b="1" dirty="0" err="1">
                <a:solidFill>
                  <a:srgbClr val="92D050"/>
                </a:solidFill>
              </a:rPr>
              <a:t>ㅊ</a:t>
            </a:r>
            <a:r>
              <a:rPr lang="ko-KR" altLang="en-US" sz="3600" b="1" dirty="0"/>
              <a:t> </a:t>
            </a:r>
            <a:r>
              <a:rPr lang="ko-KR" altLang="en-US" sz="36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ㅉ</a:t>
            </a:r>
            <a:endParaRPr lang="en-US" altLang="ko-KR" sz="36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altLang="ko-KR" sz="2400" dirty="0"/>
              <a:t>j  </a:t>
            </a:r>
            <a:r>
              <a:rPr lang="en-US" altLang="ko-KR" sz="2400" dirty="0" err="1"/>
              <a:t>ch</a:t>
            </a:r>
            <a:r>
              <a:rPr lang="en-US" altLang="ko-KR" sz="2400" dirty="0"/>
              <a:t>  </a:t>
            </a:r>
            <a:r>
              <a:rPr lang="en-US" altLang="ko-KR" sz="2400" dirty="0" err="1"/>
              <a:t>jj</a:t>
            </a:r>
            <a:r>
              <a:rPr lang="ko-KR" altLang="en-US" sz="2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81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18E46059-441C-BC77-00A9-AD2F2E45807D}"/>
              </a:ext>
            </a:extLst>
          </p:cNvPr>
          <p:cNvSpPr/>
          <p:nvPr/>
        </p:nvSpPr>
        <p:spPr>
          <a:xfrm>
            <a:off x="155492" y="806244"/>
            <a:ext cx="4713302" cy="317582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 err="1">
                <a:solidFill>
                  <a:srgbClr val="FF0000"/>
                </a:solidFill>
              </a:rPr>
              <a:t>ㄱㄴㄷㄹ</a:t>
            </a:r>
            <a:endParaRPr lang="en-US" altLang="ko-KR" sz="36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3600" b="1" dirty="0" err="1">
                <a:solidFill>
                  <a:srgbClr val="FF0000"/>
                </a:solidFill>
              </a:rPr>
              <a:t>ㅁ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ㅂ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ㅅ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ㅇ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endParaRPr lang="en-US" altLang="ko-KR" sz="36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3600" b="1" dirty="0" err="1">
                <a:solidFill>
                  <a:srgbClr val="FF0000"/>
                </a:solidFill>
              </a:rPr>
              <a:t>ㅈ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ㅊ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ㅋ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ㅌ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ㅍ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ㅎ</a:t>
            </a:r>
            <a:endParaRPr lang="en-US" altLang="ko-KR" sz="36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3600" b="1" dirty="0" err="1">
                <a:solidFill>
                  <a:srgbClr val="FF0000"/>
                </a:solidFill>
              </a:rPr>
              <a:t>ㄲ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ㄸ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ㅃ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ㅆ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  <a:r>
              <a:rPr lang="ko-KR" altLang="en-US" sz="3600" b="1" dirty="0" err="1">
                <a:solidFill>
                  <a:srgbClr val="FF0000"/>
                </a:solidFill>
              </a:rPr>
              <a:t>ㅉ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492E5D6-0AE2-0F5F-8876-01DB53D805F8}"/>
              </a:ext>
            </a:extLst>
          </p:cNvPr>
          <p:cNvSpPr/>
          <p:nvPr/>
        </p:nvSpPr>
        <p:spPr>
          <a:xfrm>
            <a:off x="763964" y="4355690"/>
            <a:ext cx="1720646" cy="15240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 dirty="0" err="1">
                <a:solidFill>
                  <a:srgbClr val="C00000"/>
                </a:solidFill>
              </a:rPr>
              <a:t>ㄱ</a:t>
            </a:r>
            <a:endParaRPr lang="ko-KR" altLang="en-US" sz="6600" b="1" dirty="0">
              <a:solidFill>
                <a:srgbClr val="C00000"/>
              </a:solidFill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B8CDBF9-F953-A533-1165-987FA85D5174}"/>
              </a:ext>
            </a:extLst>
          </p:cNvPr>
          <p:cNvSpPr/>
          <p:nvPr/>
        </p:nvSpPr>
        <p:spPr>
          <a:xfrm>
            <a:off x="8245333" y="4707546"/>
            <a:ext cx="1356852" cy="734610"/>
          </a:xfrm>
          <a:prstGeom prst="right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십자형 10">
            <a:extLst>
              <a:ext uri="{FF2B5EF4-FFF2-40B4-BE49-F238E27FC236}">
                <a16:creationId xmlns:a16="http://schemas.microsoft.com/office/drawing/2014/main" id="{2B0A0FBC-020D-7F92-8C83-D32829039B60}"/>
              </a:ext>
            </a:extLst>
          </p:cNvPr>
          <p:cNvSpPr/>
          <p:nvPr/>
        </p:nvSpPr>
        <p:spPr>
          <a:xfrm>
            <a:off x="2669454" y="4758812"/>
            <a:ext cx="707923" cy="717755"/>
          </a:xfrm>
          <a:prstGeom prst="plus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두루마리 모양: 가로로 말림 12">
            <a:extLst>
              <a:ext uri="{FF2B5EF4-FFF2-40B4-BE49-F238E27FC236}">
                <a16:creationId xmlns:a16="http://schemas.microsoft.com/office/drawing/2014/main" id="{52152639-A9D6-16FC-1D90-6FF6E98338EC}"/>
              </a:ext>
            </a:extLst>
          </p:cNvPr>
          <p:cNvSpPr/>
          <p:nvPr/>
        </p:nvSpPr>
        <p:spPr>
          <a:xfrm>
            <a:off x="9784080" y="4188540"/>
            <a:ext cx="2116604" cy="1976284"/>
          </a:xfrm>
          <a:prstGeom prst="horizontalScroll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0" b="1" dirty="0">
                <a:solidFill>
                  <a:schemeClr val="tx1"/>
                </a:solidFill>
              </a:rPr>
              <a:t>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BD39C9-4906-4800-FE43-9EE238CD2CF6}"/>
              </a:ext>
            </a:extLst>
          </p:cNvPr>
          <p:cNvSpPr/>
          <p:nvPr/>
        </p:nvSpPr>
        <p:spPr>
          <a:xfrm>
            <a:off x="3600152" y="4463844"/>
            <a:ext cx="1238865" cy="13076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0" b="1" dirty="0" err="1">
                <a:solidFill>
                  <a:srgbClr val="FFFF00"/>
                </a:solidFill>
              </a:rPr>
              <a:t>ㅏ</a:t>
            </a:r>
            <a:endParaRPr lang="ko-KR" altLang="en-US" sz="6000" b="1" dirty="0">
              <a:solidFill>
                <a:srgbClr val="FFFF00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E6F1E1F9-01F7-5C89-57CE-B067F015E99A}"/>
              </a:ext>
            </a:extLst>
          </p:cNvPr>
          <p:cNvSpPr/>
          <p:nvPr/>
        </p:nvSpPr>
        <p:spPr>
          <a:xfrm>
            <a:off x="7826477" y="806244"/>
            <a:ext cx="4365526" cy="317582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ㄱㄴㄷㄹ</a:t>
            </a:r>
            <a:endParaRPr lang="en-US" altLang="ko-KR" sz="36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ㅁ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ㅂ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ㅅ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ㅇ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altLang="ko-KR" sz="36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ㅈ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ㅊ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ㅋ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ㅌ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ㅍ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ㅎ</a:t>
            </a:r>
            <a:endParaRPr lang="en-US" altLang="ko-KR" sz="36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ㄲ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3600" b="1" dirty="0" err="1">
                <a:solidFill>
                  <a:schemeClr val="accent1">
                    <a:lumMod val="50000"/>
                  </a:schemeClr>
                </a:solidFill>
              </a:rPr>
              <a:t>ㅆ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</a:rPr>
              <a:t> 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A20545-580B-B167-C381-348BCADDA26E}"/>
              </a:ext>
            </a:extLst>
          </p:cNvPr>
          <p:cNvSpPr/>
          <p:nvPr/>
        </p:nvSpPr>
        <p:spPr>
          <a:xfrm>
            <a:off x="4428168" y="806245"/>
            <a:ext cx="4254910" cy="317581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 err="1">
                <a:solidFill>
                  <a:srgbClr val="FFFF00"/>
                </a:solidFill>
              </a:rPr>
              <a:t>ㅏ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ㅑ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ㅓ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ㅕ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endParaRPr lang="en-US" altLang="ko-KR" sz="3600" b="1" dirty="0">
              <a:solidFill>
                <a:srgbClr val="FFFF00"/>
              </a:solidFill>
            </a:endParaRPr>
          </a:p>
          <a:p>
            <a:pPr algn="ctr"/>
            <a:r>
              <a:rPr lang="ko-KR" altLang="en-US" sz="3600" b="1" dirty="0" err="1">
                <a:solidFill>
                  <a:srgbClr val="FFFF00"/>
                </a:solidFill>
              </a:rPr>
              <a:t>ㅗ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ㅛ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ㅜ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ㅠ</a:t>
            </a:r>
            <a:r>
              <a:rPr lang="ko-KR" altLang="en-US" sz="3600" b="1" dirty="0">
                <a:solidFill>
                  <a:srgbClr val="FFFF00"/>
                </a:solidFill>
              </a:rPr>
              <a:t>  </a:t>
            </a:r>
            <a:r>
              <a:rPr lang="ko-KR" altLang="en-US" sz="3600" b="1" dirty="0" err="1">
                <a:solidFill>
                  <a:srgbClr val="FFFF00"/>
                </a:solidFill>
              </a:rPr>
              <a:t>ㅡ</a:t>
            </a:r>
            <a:r>
              <a:rPr lang="ko-KR" altLang="en-US" sz="3600" b="1" dirty="0">
                <a:solidFill>
                  <a:srgbClr val="FFFF00"/>
                </a:solidFill>
              </a:rPr>
              <a:t>  </a:t>
            </a:r>
            <a:r>
              <a:rPr lang="ko-KR" altLang="en-US" sz="3600" b="1" dirty="0" err="1">
                <a:solidFill>
                  <a:srgbClr val="FFFF00"/>
                </a:solidFill>
              </a:rPr>
              <a:t>ㅣ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endParaRPr lang="en-US" altLang="ko-KR" sz="3600" b="1" dirty="0">
              <a:solidFill>
                <a:srgbClr val="FFFF00"/>
              </a:solidFill>
            </a:endParaRPr>
          </a:p>
          <a:p>
            <a:pPr algn="ctr"/>
            <a:r>
              <a:rPr lang="ko-KR" altLang="en-US" sz="3600" b="1" dirty="0" err="1">
                <a:solidFill>
                  <a:srgbClr val="FFFF00"/>
                </a:solidFill>
              </a:rPr>
              <a:t>ㅔ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ㅐ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ㅘ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ㅝ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ㅚ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ㅟ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endParaRPr lang="en-US" altLang="ko-KR" sz="3600" b="1" dirty="0">
              <a:solidFill>
                <a:srgbClr val="FFFF00"/>
              </a:solidFill>
            </a:endParaRPr>
          </a:p>
          <a:p>
            <a:pPr algn="ctr"/>
            <a:r>
              <a:rPr lang="ko-KR" altLang="en-US" sz="3600" b="1" dirty="0" err="1">
                <a:solidFill>
                  <a:srgbClr val="FFFF00"/>
                </a:solidFill>
              </a:rPr>
              <a:t>ㅒ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ㅖ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ㅙ</a:t>
            </a:r>
            <a:r>
              <a:rPr lang="ko-KR" altLang="en-US" sz="3600" b="1" dirty="0">
                <a:solidFill>
                  <a:srgbClr val="FFFF00"/>
                </a:solidFill>
              </a:rPr>
              <a:t>  </a:t>
            </a:r>
            <a:r>
              <a:rPr lang="ko-KR" altLang="en-US" sz="3600" b="1" dirty="0" err="1">
                <a:solidFill>
                  <a:srgbClr val="FFFF00"/>
                </a:solidFill>
              </a:rPr>
              <a:t>ㅞ</a:t>
            </a:r>
            <a:r>
              <a:rPr lang="ko-KR" altLang="en-US" sz="3600" b="1" dirty="0">
                <a:solidFill>
                  <a:srgbClr val="FFFF00"/>
                </a:solidFill>
              </a:rPr>
              <a:t> </a:t>
            </a:r>
            <a:r>
              <a:rPr lang="ko-KR" altLang="en-US" sz="3600" b="1" dirty="0" err="1">
                <a:solidFill>
                  <a:srgbClr val="FFFF00"/>
                </a:solidFill>
              </a:rPr>
              <a:t>ㅢ</a:t>
            </a:r>
            <a:endParaRPr lang="en-US" altLang="ko-KR" sz="3600" b="1" dirty="0">
              <a:solidFill>
                <a:srgbClr val="FFFF00"/>
              </a:solidFill>
            </a:endParaRPr>
          </a:p>
        </p:txBody>
      </p:sp>
      <p:sp>
        <p:nvSpPr>
          <p:cNvPr id="3" name="십자형 2">
            <a:extLst>
              <a:ext uri="{FF2B5EF4-FFF2-40B4-BE49-F238E27FC236}">
                <a16:creationId xmlns:a16="http://schemas.microsoft.com/office/drawing/2014/main" id="{DECB10EA-F5F6-32D6-83B1-8C592743C78A}"/>
              </a:ext>
            </a:extLst>
          </p:cNvPr>
          <p:cNvSpPr/>
          <p:nvPr/>
        </p:nvSpPr>
        <p:spPr>
          <a:xfrm>
            <a:off x="5141985" y="4707545"/>
            <a:ext cx="707923" cy="717755"/>
          </a:xfrm>
          <a:prstGeom prst="plus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F436956-66AA-4609-654B-3631C7D125A2}"/>
              </a:ext>
            </a:extLst>
          </p:cNvPr>
          <p:cNvSpPr/>
          <p:nvPr/>
        </p:nvSpPr>
        <p:spPr>
          <a:xfrm>
            <a:off x="6187297" y="4304422"/>
            <a:ext cx="1720646" cy="15240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 dirty="0" err="1">
                <a:solidFill>
                  <a:schemeClr val="accent1">
                    <a:lumMod val="50000"/>
                  </a:schemeClr>
                </a:solidFill>
              </a:rPr>
              <a:t>ㅇ</a:t>
            </a:r>
            <a:endParaRPr lang="ko-KR" altLang="en-US" sz="6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06F636-C554-C1D6-57FB-A0DBC9E9617B}"/>
              </a:ext>
            </a:extLst>
          </p:cNvPr>
          <p:cNvSpPr/>
          <p:nvPr/>
        </p:nvSpPr>
        <p:spPr>
          <a:xfrm>
            <a:off x="1227909" y="274320"/>
            <a:ext cx="2971063" cy="5319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첫소리 자음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F4122F2-29D5-6D5F-38C5-2AB493FAD62E}"/>
              </a:ext>
            </a:extLst>
          </p:cNvPr>
          <p:cNvSpPr/>
          <p:nvPr/>
        </p:nvSpPr>
        <p:spPr>
          <a:xfrm>
            <a:off x="5539180" y="379105"/>
            <a:ext cx="1828905" cy="5319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/>
              <a:t>모음</a:t>
            </a:r>
            <a:endParaRPr lang="ko-KR" altLang="en-US" sz="28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8C6D6A-CE35-94A3-AD9B-2E7825B07CAA}"/>
              </a:ext>
            </a:extLst>
          </p:cNvPr>
          <p:cNvSpPr/>
          <p:nvPr/>
        </p:nvSpPr>
        <p:spPr>
          <a:xfrm>
            <a:off x="9141470" y="449052"/>
            <a:ext cx="2895038" cy="5319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끝소리 자음</a:t>
            </a:r>
          </a:p>
        </p:txBody>
      </p:sp>
    </p:spTree>
    <p:extLst>
      <p:ext uri="{BB962C8B-B14F-4D97-AF65-F5344CB8AC3E}">
        <p14:creationId xmlns:p14="http://schemas.microsoft.com/office/powerpoint/2010/main" val="275663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 animBg="1"/>
      <p:bldP spid="14" grpId="0" animBg="1"/>
      <p:bldP spid="2" grpId="0" animBg="1"/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DFABDA6-8544-F162-1B60-A8EF809E9A68}"/>
              </a:ext>
            </a:extLst>
          </p:cNvPr>
          <p:cNvSpPr/>
          <p:nvPr/>
        </p:nvSpPr>
        <p:spPr>
          <a:xfrm>
            <a:off x="8045721" y="5108393"/>
            <a:ext cx="3802289" cy="1257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800" dirty="0"/>
              <a:t>한국어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1690C6-439B-40DA-EBB4-EE3560323853}"/>
              </a:ext>
            </a:extLst>
          </p:cNvPr>
          <p:cNvSpPr/>
          <p:nvPr/>
        </p:nvSpPr>
        <p:spPr>
          <a:xfrm>
            <a:off x="8453846" y="1971674"/>
            <a:ext cx="3185160" cy="1457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 dirty="0"/>
              <a:t>베트남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D07F2F-7971-8D69-13CD-ACBBF605F6EB}"/>
              </a:ext>
            </a:extLst>
          </p:cNvPr>
          <p:cNvSpPr/>
          <p:nvPr/>
        </p:nvSpPr>
        <p:spPr>
          <a:xfrm>
            <a:off x="622300" y="190500"/>
            <a:ext cx="8509000" cy="990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8D6AD2F-FDD8-3C09-226C-D0C2C699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2010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첫소리 자음 </a:t>
            </a:r>
            <a:r>
              <a:rPr lang="en-US" altLang="ko-KR" b="1" dirty="0"/>
              <a:t>+ </a:t>
            </a:r>
            <a:r>
              <a:rPr lang="ko-KR" altLang="en-US" b="1" dirty="0">
                <a:solidFill>
                  <a:srgbClr val="FFFF00"/>
                </a:solidFill>
              </a:rPr>
              <a:t>모음</a:t>
            </a:r>
            <a:r>
              <a:rPr lang="ko-KR" altLang="en-US" b="1" dirty="0"/>
              <a:t> </a:t>
            </a:r>
            <a:r>
              <a:rPr lang="en-US" altLang="ko-KR" b="1" dirty="0"/>
              <a:t>+ </a:t>
            </a:r>
            <a:r>
              <a:rPr lang="ko-KR" altLang="en-US" b="1" dirty="0">
                <a:solidFill>
                  <a:srgbClr val="00B0F0"/>
                </a:solidFill>
              </a:rPr>
              <a:t>끝소리 자음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3A0372-985F-B1D5-72E3-D046A5C5EE9B}"/>
              </a:ext>
            </a:extLst>
          </p:cNvPr>
          <p:cNvSpPr/>
          <p:nvPr/>
        </p:nvSpPr>
        <p:spPr>
          <a:xfrm>
            <a:off x="457200" y="2215356"/>
            <a:ext cx="7315200" cy="990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b="1" dirty="0" err="1">
                <a:solidFill>
                  <a:srgbClr val="FF0000"/>
                </a:solidFill>
              </a:rPr>
              <a:t>ㅂ</a:t>
            </a:r>
            <a:r>
              <a:rPr lang="ko-KR" altLang="en-US" sz="4400" b="1" dirty="0"/>
              <a:t>  </a:t>
            </a:r>
            <a:r>
              <a:rPr lang="ko-KR" altLang="en-US" sz="4400" b="1" dirty="0" err="1">
                <a:solidFill>
                  <a:srgbClr val="FFFF00"/>
                </a:solidFill>
              </a:rPr>
              <a:t>ㅔ</a:t>
            </a:r>
            <a:r>
              <a:rPr lang="ko-KR" altLang="en-US" sz="4400" b="1" dirty="0">
                <a:solidFill>
                  <a:srgbClr val="FFFF00"/>
                </a:solidFill>
              </a:rPr>
              <a:t> </a:t>
            </a:r>
            <a:r>
              <a:rPr lang="ko-KR" altLang="en-US" sz="4400" b="1" dirty="0"/>
              <a:t> </a:t>
            </a:r>
            <a:r>
              <a:rPr lang="ko-KR" altLang="en-US" sz="4400" b="1" dirty="0" err="1">
                <a:solidFill>
                  <a:srgbClr val="FF0000"/>
                </a:solidFill>
              </a:rPr>
              <a:t>ㅌ</a:t>
            </a:r>
            <a:r>
              <a:rPr lang="ko-KR" altLang="en-US" sz="4400" b="1" dirty="0"/>
              <a:t>  </a:t>
            </a:r>
            <a:r>
              <a:rPr lang="ko-KR" altLang="en-US" sz="4400" b="1" dirty="0" err="1">
                <a:solidFill>
                  <a:srgbClr val="FFFF00"/>
                </a:solidFill>
              </a:rPr>
              <a:t>ㅡ</a:t>
            </a:r>
            <a:r>
              <a:rPr lang="ko-KR" altLang="en-US" sz="4400" b="1" dirty="0"/>
              <a:t>  </a:t>
            </a:r>
            <a:r>
              <a:rPr lang="ko-KR" altLang="en-US" sz="4400" b="1" dirty="0" err="1">
                <a:solidFill>
                  <a:srgbClr val="FF0000"/>
                </a:solidFill>
              </a:rPr>
              <a:t>ㄴ</a:t>
            </a:r>
            <a:r>
              <a:rPr lang="ko-KR" altLang="en-US" sz="4400" b="1" dirty="0"/>
              <a:t>  </a:t>
            </a:r>
            <a:r>
              <a:rPr lang="ko-KR" altLang="en-US" sz="4400" b="1" dirty="0" err="1">
                <a:solidFill>
                  <a:srgbClr val="FFFF00"/>
                </a:solidFill>
              </a:rPr>
              <a:t>ㅏ</a:t>
            </a:r>
            <a:r>
              <a:rPr lang="ko-KR" altLang="en-US" sz="4400" b="1" dirty="0"/>
              <a:t>  </a:t>
            </a:r>
            <a:r>
              <a:rPr lang="ko-KR" altLang="en-US" sz="4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ㅁ</a:t>
            </a:r>
            <a:endParaRPr lang="ko-KR" altLang="en-US" sz="4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DE603D-4F11-849D-1E7E-BBA726CD7D92}"/>
              </a:ext>
            </a:extLst>
          </p:cNvPr>
          <p:cNvSpPr/>
          <p:nvPr/>
        </p:nvSpPr>
        <p:spPr>
          <a:xfrm>
            <a:off x="457200" y="4117794"/>
            <a:ext cx="8258175" cy="9906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b="1" dirty="0" err="1">
                <a:solidFill>
                  <a:srgbClr val="FF0000"/>
                </a:solidFill>
              </a:rPr>
              <a:t>ㅎ</a:t>
            </a:r>
            <a:r>
              <a:rPr lang="ko-KR" altLang="en-US" sz="4400" b="1" dirty="0">
                <a:solidFill>
                  <a:srgbClr val="FF0000"/>
                </a:solidFill>
              </a:rPr>
              <a:t> </a:t>
            </a:r>
            <a:r>
              <a:rPr lang="ko-KR" alt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sz="4400" b="1" dirty="0" err="1">
                <a:solidFill>
                  <a:srgbClr val="FFFF00"/>
                </a:solidFill>
              </a:rPr>
              <a:t>ㅏ</a:t>
            </a:r>
            <a:r>
              <a:rPr lang="ko-KR" alt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ko-KR" altLang="en-US" sz="4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ㄴ</a:t>
            </a:r>
            <a:r>
              <a:rPr lang="ko-KR" alt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ko-KR" altLang="en-US" sz="4400" b="1" dirty="0" err="1">
                <a:solidFill>
                  <a:srgbClr val="FF0000"/>
                </a:solidFill>
              </a:rPr>
              <a:t>ㄱ</a:t>
            </a:r>
            <a:r>
              <a:rPr lang="ko-KR" altLang="en-US" sz="4400" b="1" dirty="0">
                <a:solidFill>
                  <a:srgbClr val="FF0000"/>
                </a:solidFill>
              </a:rPr>
              <a:t>  </a:t>
            </a:r>
            <a:r>
              <a:rPr lang="ko-KR" alt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sz="4400" b="1" dirty="0" err="1">
                <a:solidFill>
                  <a:srgbClr val="FFFF00"/>
                </a:solidFill>
              </a:rPr>
              <a:t>ㅜ</a:t>
            </a:r>
            <a:r>
              <a:rPr lang="ko-KR" altLang="en-US" sz="4400" b="1" dirty="0">
                <a:solidFill>
                  <a:srgbClr val="FFFF00"/>
                </a:solidFill>
              </a:rPr>
              <a:t>  </a:t>
            </a:r>
            <a:r>
              <a:rPr lang="ko-KR" alt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sz="4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ㄱ</a:t>
            </a:r>
            <a:r>
              <a:rPr lang="ko-KR" alt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ko-KR" altLang="en-US" sz="4400" b="1" dirty="0" err="1">
                <a:solidFill>
                  <a:srgbClr val="FF0000"/>
                </a:solidFill>
              </a:rPr>
              <a:t>ㅇ</a:t>
            </a:r>
            <a:r>
              <a:rPr lang="ko-KR" altLang="en-US" sz="4400" b="1" dirty="0">
                <a:solidFill>
                  <a:srgbClr val="FF0000"/>
                </a:solidFill>
              </a:rPr>
              <a:t> </a:t>
            </a:r>
            <a:r>
              <a:rPr lang="ko-KR" alt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sz="4400" b="1" dirty="0" err="1">
                <a:solidFill>
                  <a:srgbClr val="FFFF00"/>
                </a:solidFill>
              </a:rPr>
              <a:t>ㅓ</a:t>
            </a:r>
            <a:endParaRPr lang="ko-KR" altLang="en-US" sz="4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10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56EA0-4BCE-473C-0084-711D10BE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56C695-C22A-6CE9-588F-70BD6ACEB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세종 한국어 </a:t>
            </a:r>
            <a:r>
              <a:rPr lang="en-US" altLang="ko-KR" dirty="0"/>
              <a:t>1A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14-17</a:t>
            </a:r>
            <a:r>
              <a:rPr lang="ko-KR" altLang="en-US" dirty="0"/>
              <a:t>쪽 복습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모음과 자음 익히기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/>
              <a:t>　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2783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269</Words>
  <Application>Microsoft Office PowerPoint</Application>
  <PresentationFormat>와이드스크린</PresentationFormat>
  <Paragraphs>73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세종 한국어 1A</vt:lpstr>
      <vt:lpstr>PowerPoint 프레젠테이션</vt:lpstr>
      <vt:lpstr>한국어의 특징 (1-2) </vt:lpstr>
      <vt:lpstr>한국어 특징 (3-5) </vt:lpstr>
      <vt:lpstr>한국어 21모음       (베트남어 모음 12개)  </vt:lpstr>
      <vt:lpstr>한국어 19자음 발음하기 (입술, 이, 혀, 목구멍 사용) </vt:lpstr>
      <vt:lpstr> 한국어 자음 19 consonants (평음 격음 경음)                                     (베트남어 자음 21개)   </vt:lpstr>
      <vt:lpstr>PowerPoint 프레젠테이션</vt:lpstr>
      <vt:lpstr>첫소리 자음 + 모음 + 끝소리 자음 </vt:lpstr>
      <vt:lpstr>과제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Catherine Moon</dc:creator>
  <cp:lastModifiedBy>찬일 김</cp:lastModifiedBy>
  <cp:revision>2</cp:revision>
  <dcterms:created xsi:type="dcterms:W3CDTF">2025-11-30T07:53:52Z</dcterms:created>
  <dcterms:modified xsi:type="dcterms:W3CDTF">2025-12-02T11:48:57Z</dcterms:modified>
</cp:coreProperties>
</file>