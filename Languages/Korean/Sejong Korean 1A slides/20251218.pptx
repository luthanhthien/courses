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4" r:id="rId6"/>
    <p:sldId id="26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54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9D6E5-C673-DC2C-2079-A04B12CF4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35882D-DE4A-3348-1FB7-C0080D21A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38B9D-9F08-0C47-0A03-97DFB112B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A454-1A74-4D4B-98CA-6BA98202A32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B71175-2D39-0251-32FB-C63CD38A1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986C9-0C97-5217-6429-68B0934D9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3FBE-B1DB-4648-BE50-EDC7F14DF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095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7572E-CDFE-BAE4-F90A-2913D3C7B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0B2D09-A6F2-BCC9-BDFF-649EF90DA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E202B7-8561-DD68-F96D-0426DBA67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A454-1A74-4D4B-98CA-6BA98202A32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3FA171-8F9B-1417-BABD-D0A378EE2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F0162B-353E-37FB-839D-B64CF4A2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3FBE-B1DB-4648-BE50-EDC7F14DF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433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2AE9D-7C30-406B-9641-EE3CC20D1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588C40-B9E4-73C5-442F-CE4C55CC2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54196B-DF8E-D562-0ACE-20633296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A454-1A74-4D4B-98CA-6BA98202A32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654E34-87C4-9E90-3E8B-18A25D073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53CC21-D146-AFC2-5E88-816398AA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3FBE-B1DB-4648-BE50-EDC7F14DF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992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E489C-331D-3D36-3B01-15E5A024E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D36A98-CFD6-A0F8-06E3-A3B7F49C46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286C3C-E61F-0363-BF88-66395C983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37E7E4-1F07-D666-768F-26A1EA157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A454-1A74-4D4B-98CA-6BA98202A32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D1EED7-0D1B-125A-66F5-1CAF7F85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7A9CF2-D766-1623-59E2-61496526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3FBE-B1DB-4648-BE50-EDC7F14DF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45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18E394-51F3-AC2A-3335-9E19A0E09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9F0B20-E5A2-A6C7-B71C-FBA3E9D54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07F5FE-379C-E637-3676-BBE2CC3D2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2F3A95-9B25-F885-572A-8380E523C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4E8740-FE32-CD1B-D79B-3B0BEF2A3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1860AC6-88CA-4D79-E786-8F7FCE8A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A454-1A74-4D4B-98CA-6BA98202A32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D27C355-6767-0FF6-E024-47D3F4CE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4BF395E-E51B-C0F8-D625-E65F014A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3FBE-B1DB-4648-BE50-EDC7F14DF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974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27805-91BA-A37F-82DA-64BF00F18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392F2F-18C1-3266-BD56-1209A0C8B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A454-1A74-4D4B-98CA-6BA98202A32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F29528-7BA5-8706-D5B0-2B1966DAB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26CAEC-3E74-0D38-C0EC-FE7F96A5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3FBE-B1DB-4648-BE50-EDC7F14DF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400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6BB7E21-7518-B45B-EFE3-BC90639EA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A454-1A74-4D4B-98CA-6BA98202A32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B587EA-578C-D602-E064-23C08C877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3C39B-6635-73FC-6C47-ABABAD5B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3FBE-B1DB-4648-BE50-EDC7F14DF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800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D3800-7EB6-7081-C184-1B105F6F3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292DD3-B046-5FC9-5CB2-D165D8F5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BD6A2-F57B-B91C-245F-70C2A53B9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FD284-4E27-D4A0-5752-EC1C3B62F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A454-1A74-4D4B-98CA-6BA98202A32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09C2EC-9D3F-D26D-AF45-3737C2FE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B37FA9-8606-04EA-81D8-B677D971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3FBE-B1DB-4648-BE50-EDC7F14DF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043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CC90A-4BA4-5E10-E044-D0CF1AE14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2F4DE7-4752-69C6-19A3-30FC61B0C1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9493C2-15E4-1538-25CC-44EC4120F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D4F6B2-4E41-5443-1510-F9978855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A454-1A74-4D4B-98CA-6BA98202A32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066FF7-223B-2B2A-5365-24004B436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953372-4979-85FE-FF71-99212454A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3FBE-B1DB-4648-BE50-EDC7F14DF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432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EB4AD-539E-25EE-4B4A-8F5226F26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5387F1-4456-F0E0-DEE0-F41C6E0E9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B5BC05-AB45-F0D5-CC38-751D68729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A454-1A74-4D4B-98CA-6BA98202A32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95C098-3861-4DB5-A833-85D437D3B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913C12-2557-37AA-36A2-5151D931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3FBE-B1DB-4648-BE50-EDC7F14DF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20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7DBFE8-2B9C-EE2A-51F2-66C13DDA9B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073B6C-AB3D-06EA-300B-A040AB2A2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1A3F31-4AB2-CB6C-D875-596F9CA12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A454-1A74-4D4B-98CA-6BA98202A32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8A3E09-81DE-B607-C8ED-8D623C76E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0B354E-1BE1-A017-0D8C-2D1AEC99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3FBE-B1DB-4648-BE50-EDC7F14DF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35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61FBD7-4327-63E1-CF49-41D5EB168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1EBF25-2EDA-B3D2-7EE3-1A637CF04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B2023B-0CD2-3D26-C870-0AFB0AB24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4A454-1A74-4D4B-98CA-6BA98202A32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2F68FC-3D97-2F9B-214C-3FAD14CDB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62AED7-5383-FB61-9472-3E138F9C9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13FBE-B1DB-4648-BE50-EDC7F14DF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65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8752A-6541-3F9A-F5BA-64DF7885B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２０２５１２１８</a:t>
            </a:r>
          </a:p>
        </p:txBody>
      </p:sp>
    </p:spTree>
    <p:extLst>
      <p:ext uri="{BB962C8B-B14F-4D97-AF65-F5344CB8AC3E}">
        <p14:creationId xmlns:p14="http://schemas.microsoft.com/office/powerpoint/2010/main" val="3604722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3762A-2CB5-3780-646E-53E2296A1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9304" y="111144"/>
            <a:ext cx="9144000" cy="824771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제 </a:t>
            </a:r>
            <a:r>
              <a:rPr lang="en-US" altLang="ko-KR" sz="3600" dirty="0"/>
              <a:t>2</a:t>
            </a:r>
            <a:r>
              <a:rPr lang="ko-KR" altLang="en-US" sz="3600" dirty="0"/>
              <a:t>과 </a:t>
            </a:r>
            <a:r>
              <a:rPr lang="en-US" altLang="ko-KR" sz="3600" dirty="0"/>
              <a:t>Can I have your phone number? 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54AC3F-EE6C-403E-D151-AF710F7C5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7662" y="1116564"/>
            <a:ext cx="9144000" cy="1655762"/>
          </a:xfrm>
        </p:spPr>
        <p:txBody>
          <a:bodyPr>
            <a:normAutofit/>
          </a:bodyPr>
          <a:lstStyle/>
          <a:p>
            <a:r>
              <a:rPr lang="ko-KR" altLang="en-US" sz="6000" dirty="0"/>
              <a:t>전화번호가 </a:t>
            </a:r>
            <a:r>
              <a:rPr lang="ko-KR" altLang="en-US" sz="6000" dirty="0" err="1"/>
              <a:t>뭐예요</a:t>
            </a:r>
            <a:r>
              <a:rPr lang="en-US" altLang="ko-KR" sz="6000" dirty="0"/>
              <a:t>? </a:t>
            </a:r>
            <a:endParaRPr lang="ko-KR" altLang="en-US" sz="6000" dirty="0"/>
          </a:p>
        </p:txBody>
      </p:sp>
      <p:pic>
        <p:nvPicPr>
          <p:cNvPr id="5" name="내용 개체 틀 4" descr="텍스트, 책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05955C-9F9A-F441-67E0-751AF4238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" t="31470" r="9400" b="21556"/>
          <a:stretch>
            <a:fillRect/>
          </a:stretch>
        </p:blipFill>
        <p:spPr>
          <a:xfrm>
            <a:off x="409993" y="2018862"/>
            <a:ext cx="5761311" cy="4133626"/>
          </a:xfrm>
          <a:prstGeom prst="rect">
            <a:avLst/>
          </a:prstGeom>
        </p:spPr>
      </p:pic>
      <p:pic>
        <p:nvPicPr>
          <p:cNvPr id="4" name="내용 개체 틀 4" descr="텍스트, 책, 육상 차량, 차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AA10EB-DF1C-6F6C-36A8-0F70E86C5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00" t="49518" r="2008" b="13398"/>
          <a:stretch>
            <a:fillRect/>
          </a:stretch>
        </p:blipFill>
        <p:spPr>
          <a:xfrm>
            <a:off x="6461759" y="2097741"/>
            <a:ext cx="5522260" cy="434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60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C0456-C34A-95DC-73A0-A6CCFB5A5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06940"/>
            <a:ext cx="10515600" cy="1325563"/>
          </a:xfrm>
        </p:spPr>
        <p:txBody>
          <a:bodyPr/>
          <a:lstStyle/>
          <a:p>
            <a:r>
              <a:rPr lang="ko-KR" altLang="en-US" dirty="0"/>
              <a:t>한자어 수 </a:t>
            </a:r>
          </a:p>
        </p:txBody>
      </p:sp>
      <p:pic>
        <p:nvPicPr>
          <p:cNvPr id="5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DA92FD-CAEF-10C9-A7D5-FB686B5A6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9" t="18608" r="7564" b="55130"/>
          <a:stretch>
            <a:fillRect/>
          </a:stretch>
        </p:blipFill>
        <p:spPr>
          <a:xfrm>
            <a:off x="149710" y="1432503"/>
            <a:ext cx="11672944" cy="5325396"/>
          </a:xfrm>
        </p:spPr>
      </p:pic>
      <p:sp>
        <p:nvSpPr>
          <p:cNvPr id="3" name="액자 2">
            <a:extLst>
              <a:ext uri="{FF2B5EF4-FFF2-40B4-BE49-F238E27FC236}">
                <a16:creationId xmlns:a16="http://schemas.microsoft.com/office/drawing/2014/main" id="{C9A23C74-9B8A-DA34-A23B-C8E05494A41A}"/>
              </a:ext>
            </a:extLst>
          </p:cNvPr>
          <p:cNvSpPr/>
          <p:nvPr/>
        </p:nvSpPr>
        <p:spPr>
          <a:xfrm>
            <a:off x="10883590" y="5018049"/>
            <a:ext cx="1048215" cy="1616927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액자 3">
            <a:extLst>
              <a:ext uri="{FF2B5EF4-FFF2-40B4-BE49-F238E27FC236}">
                <a16:creationId xmlns:a16="http://schemas.microsoft.com/office/drawing/2014/main" id="{B9B5AC67-C7CC-AC7B-3FF9-3B8E9ACA9295}"/>
              </a:ext>
            </a:extLst>
          </p:cNvPr>
          <p:cNvSpPr/>
          <p:nvPr/>
        </p:nvSpPr>
        <p:spPr>
          <a:xfrm>
            <a:off x="10829014" y="1432503"/>
            <a:ext cx="1048215" cy="1616927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액자 5">
            <a:extLst>
              <a:ext uri="{FF2B5EF4-FFF2-40B4-BE49-F238E27FC236}">
                <a16:creationId xmlns:a16="http://schemas.microsoft.com/office/drawing/2014/main" id="{222E03EC-357C-C72C-174C-40A5609122BB}"/>
              </a:ext>
            </a:extLst>
          </p:cNvPr>
          <p:cNvSpPr/>
          <p:nvPr/>
        </p:nvSpPr>
        <p:spPr>
          <a:xfrm>
            <a:off x="1111405" y="1579756"/>
            <a:ext cx="1048215" cy="1616927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73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6293DB-8FCF-D566-E5B3-53CB33821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9" t="58138" r="85758" b="34575"/>
          <a:stretch>
            <a:fillRect/>
          </a:stretch>
        </p:blipFill>
        <p:spPr>
          <a:xfrm>
            <a:off x="717118" y="0"/>
            <a:ext cx="2326634" cy="2640862"/>
          </a:xfrm>
          <a:prstGeom prst="rect">
            <a:avLst/>
          </a:prstGeom>
        </p:spPr>
      </p:pic>
      <p:pic>
        <p:nvPicPr>
          <p:cNvPr id="9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C352CC-F200-6EF4-9B74-86383F42B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0" t="76825" r="85963" b="16349"/>
          <a:stretch>
            <a:fillRect/>
          </a:stretch>
        </p:blipFill>
        <p:spPr>
          <a:xfrm>
            <a:off x="4421295" y="3461021"/>
            <a:ext cx="2326634" cy="2743130"/>
          </a:xfrm>
          <a:prstGeom prst="rect">
            <a:avLst/>
          </a:prstGeom>
        </p:spPr>
      </p:pic>
      <p:pic>
        <p:nvPicPr>
          <p:cNvPr id="10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A629E4-4237-E282-FF89-0FAAB3110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89" t="57766" r="70737" b="34521"/>
          <a:stretch>
            <a:fillRect/>
          </a:stretch>
        </p:blipFill>
        <p:spPr>
          <a:xfrm>
            <a:off x="4596066" y="76185"/>
            <a:ext cx="2423204" cy="2645293"/>
          </a:xfrm>
          <a:prstGeom prst="rect">
            <a:avLst/>
          </a:prstGeom>
        </p:spPr>
      </p:pic>
      <p:pic>
        <p:nvPicPr>
          <p:cNvPr id="11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40A767-E2C2-1EA8-9AF6-9B6269054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98" t="57773" r="55194" b="34520"/>
          <a:stretch>
            <a:fillRect/>
          </a:stretch>
        </p:blipFill>
        <p:spPr>
          <a:xfrm>
            <a:off x="8571584" y="69883"/>
            <a:ext cx="2423204" cy="2501096"/>
          </a:xfrm>
          <a:prstGeom prst="rect">
            <a:avLst/>
          </a:prstGeom>
        </p:spPr>
      </p:pic>
      <p:pic>
        <p:nvPicPr>
          <p:cNvPr id="12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9FB32A-942D-041B-8E46-61C6848A3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3" t="76715" r="71087" b="16035"/>
          <a:stretch>
            <a:fillRect/>
          </a:stretch>
        </p:blipFill>
        <p:spPr>
          <a:xfrm>
            <a:off x="551585" y="3582038"/>
            <a:ext cx="2657700" cy="2743129"/>
          </a:xfrm>
          <a:prstGeom prst="rect">
            <a:avLst/>
          </a:prstGeom>
        </p:spPr>
      </p:pic>
      <p:pic>
        <p:nvPicPr>
          <p:cNvPr id="13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FE9706-B987-7BBD-E7F5-3FE239EB2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21" t="76479" r="55242" b="15407"/>
          <a:stretch>
            <a:fillRect/>
          </a:stretch>
        </p:blipFill>
        <p:spPr>
          <a:xfrm>
            <a:off x="7919832" y="3582038"/>
            <a:ext cx="2326634" cy="2501096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5C13EB-D8D5-54CF-3245-5203AB04B456}"/>
              </a:ext>
            </a:extLst>
          </p:cNvPr>
          <p:cNvSpPr/>
          <p:nvPr/>
        </p:nvSpPr>
        <p:spPr>
          <a:xfrm>
            <a:off x="2151529" y="2334409"/>
            <a:ext cx="1527586" cy="849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팔</a:t>
            </a:r>
            <a:r>
              <a:rPr lang="ko-KR" altLang="en-US" sz="4400" dirty="0">
                <a:solidFill>
                  <a:srgbClr val="FFFF00"/>
                </a:solidFill>
              </a:rPr>
              <a:t>층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1E65A05-2A98-A478-FA95-7A4343A23AB6}"/>
              </a:ext>
            </a:extLst>
          </p:cNvPr>
          <p:cNvSpPr/>
          <p:nvPr/>
        </p:nvSpPr>
        <p:spPr>
          <a:xfrm>
            <a:off x="9520518" y="2334409"/>
            <a:ext cx="2549562" cy="849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err="1"/>
              <a:t>삼심오</a:t>
            </a:r>
            <a:r>
              <a:rPr lang="ko-KR" altLang="en-US" sz="4400" dirty="0" err="1">
                <a:solidFill>
                  <a:srgbClr val="FFFF00"/>
                </a:solidFill>
              </a:rPr>
              <a:t>쪽</a:t>
            </a:r>
            <a:endParaRPr lang="ko-KR" altLang="en-US" sz="4400" dirty="0">
              <a:solidFill>
                <a:srgbClr val="FFFF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631EA1-51F1-4240-7E40-06EE914159CF}"/>
              </a:ext>
            </a:extLst>
          </p:cNvPr>
          <p:cNvSpPr/>
          <p:nvPr/>
        </p:nvSpPr>
        <p:spPr>
          <a:xfrm>
            <a:off x="6578632" y="2409970"/>
            <a:ext cx="1527586" cy="849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오</a:t>
            </a:r>
            <a:r>
              <a:rPr lang="ko-KR" altLang="en-US" sz="4400" dirty="0">
                <a:solidFill>
                  <a:srgbClr val="FFFF00"/>
                </a:solidFill>
              </a:rPr>
              <a:t>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48CF526-5A11-B6C2-8D3B-119252143031}"/>
              </a:ext>
            </a:extLst>
          </p:cNvPr>
          <p:cNvSpPr/>
          <p:nvPr/>
        </p:nvSpPr>
        <p:spPr>
          <a:xfrm>
            <a:off x="1668611" y="5940013"/>
            <a:ext cx="2326634" cy="849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 err="1"/>
              <a:t>이백이</a:t>
            </a:r>
            <a:r>
              <a:rPr lang="ko-KR" altLang="en-US" sz="4000" dirty="0" err="1">
                <a:solidFill>
                  <a:srgbClr val="FFFF00"/>
                </a:solidFill>
              </a:rPr>
              <a:t>호</a:t>
            </a:r>
            <a:endParaRPr lang="ko-KR" altLang="en-US" sz="4000" dirty="0">
              <a:solidFill>
                <a:srgbClr val="FFFF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9EC67B8-1941-4E0E-088F-3588F3E9CD67}"/>
              </a:ext>
            </a:extLst>
          </p:cNvPr>
          <p:cNvSpPr/>
          <p:nvPr/>
        </p:nvSpPr>
        <p:spPr>
          <a:xfrm>
            <a:off x="5814839" y="5900239"/>
            <a:ext cx="1527586" cy="849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삼</a:t>
            </a:r>
            <a:r>
              <a:rPr lang="ko-KR" altLang="en-US" sz="4400" dirty="0">
                <a:solidFill>
                  <a:srgbClr val="FFFF00"/>
                </a:solidFill>
              </a:rPr>
              <a:t>번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FA6D831-01D6-5380-7BFB-09FE63127DA1}"/>
              </a:ext>
            </a:extLst>
          </p:cNvPr>
          <p:cNvSpPr/>
          <p:nvPr/>
        </p:nvSpPr>
        <p:spPr>
          <a:xfrm>
            <a:off x="10165976" y="5779223"/>
            <a:ext cx="1904104" cy="849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err="1"/>
              <a:t>팔백</a:t>
            </a:r>
            <a:r>
              <a:rPr lang="ko-KR" altLang="en-US" sz="4400" dirty="0" err="1">
                <a:solidFill>
                  <a:srgbClr val="FFFF00"/>
                </a:solidFill>
              </a:rPr>
              <a:t>원</a:t>
            </a:r>
            <a:endParaRPr lang="ko-KR" altLang="en-US" sz="4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25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842F22-B279-66AB-9E9F-FDB3D635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몇 층</a:t>
            </a:r>
            <a:r>
              <a:rPr lang="en-US" altLang="ko-KR" sz="1800" dirty="0"/>
              <a:t>floor</a:t>
            </a:r>
            <a:r>
              <a:rPr lang="en-US" altLang="ko-KR" dirty="0"/>
              <a:t>/</a:t>
            </a:r>
            <a:r>
              <a:rPr lang="ko-KR" altLang="en-US" dirty="0"/>
              <a:t>번</a:t>
            </a:r>
            <a:r>
              <a:rPr lang="en-US" altLang="ko-KR" sz="1800" dirty="0"/>
              <a:t>number</a:t>
            </a:r>
            <a:r>
              <a:rPr lang="en-US" altLang="ko-KR" dirty="0"/>
              <a:t>/</a:t>
            </a:r>
            <a:r>
              <a:rPr lang="ko-KR" altLang="en-US" dirty="0"/>
              <a:t>월</a:t>
            </a:r>
            <a:r>
              <a:rPr lang="en-US" altLang="ko-KR" sz="1800" dirty="0"/>
              <a:t>month</a:t>
            </a:r>
            <a:r>
              <a:rPr lang="en-US" altLang="ko-KR" dirty="0"/>
              <a:t>/</a:t>
            </a:r>
            <a:r>
              <a:rPr lang="ko-KR" altLang="en-US" sz="3200" u="sng" dirty="0"/>
              <a:t>원</a:t>
            </a:r>
            <a:r>
              <a:rPr lang="en-US" altLang="ko-KR" sz="1800" u="sng" dirty="0"/>
              <a:t>how much</a:t>
            </a:r>
            <a:r>
              <a:rPr lang="en-US" altLang="ko-KR" dirty="0"/>
              <a:t>/</a:t>
            </a:r>
            <a:r>
              <a:rPr lang="ko-KR" altLang="en-US" dirty="0"/>
              <a:t>호</a:t>
            </a:r>
            <a:r>
              <a:rPr lang="en-US" altLang="ko-KR" sz="1800" dirty="0"/>
              <a:t>room number</a:t>
            </a:r>
            <a:r>
              <a:rPr lang="ko-KR" altLang="en-US" dirty="0"/>
              <a:t>예요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                           </a:t>
            </a:r>
            <a:r>
              <a:rPr lang="ko-KR" altLang="en-US" dirty="0"/>
              <a:t>얼마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AA81E1-8DB4-0061-060F-2303B4DB0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51" t="54739" r="30978" b="35485"/>
          <a:stretch>
            <a:fillRect/>
          </a:stretch>
        </p:blipFill>
        <p:spPr>
          <a:xfrm>
            <a:off x="634700" y="1598933"/>
            <a:ext cx="2462235" cy="1996037"/>
          </a:xfrm>
          <a:prstGeom prst="rect">
            <a:avLst/>
          </a:prstGeom>
        </p:spPr>
      </p:pic>
      <p:pic>
        <p:nvPicPr>
          <p:cNvPr id="9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6F010B-E361-9965-3E69-A63439441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68" t="67041" r="34761" b="26264"/>
          <a:stretch>
            <a:fillRect/>
          </a:stretch>
        </p:blipFill>
        <p:spPr>
          <a:xfrm>
            <a:off x="634700" y="4083752"/>
            <a:ext cx="2462235" cy="2376143"/>
          </a:xfrm>
          <a:prstGeom prst="rect">
            <a:avLst/>
          </a:prstGeom>
        </p:spPr>
      </p:pic>
      <p:pic>
        <p:nvPicPr>
          <p:cNvPr id="10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94AC04-C29F-B230-52F7-7B3C839DC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89" t="73599" r="34201" b="19380"/>
          <a:stretch>
            <a:fillRect/>
          </a:stretch>
        </p:blipFill>
        <p:spPr>
          <a:xfrm>
            <a:off x="6559464" y="1781607"/>
            <a:ext cx="2448636" cy="2139039"/>
          </a:xfrm>
          <a:prstGeom prst="rect">
            <a:avLst/>
          </a:prstGeom>
        </p:spPr>
      </p:pic>
      <p:pic>
        <p:nvPicPr>
          <p:cNvPr id="11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7E3DDE-BC76-D52F-63CC-D414B956A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11" t="86921" r="34747" b="6519"/>
          <a:stretch>
            <a:fillRect/>
          </a:stretch>
        </p:blipFill>
        <p:spPr>
          <a:xfrm>
            <a:off x="6559464" y="4382474"/>
            <a:ext cx="2822531" cy="253670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CDD1C27-AAB2-CA85-E1CF-D2DA4EE446BB}"/>
              </a:ext>
            </a:extLst>
          </p:cNvPr>
          <p:cNvSpPr/>
          <p:nvPr/>
        </p:nvSpPr>
        <p:spPr>
          <a:xfrm>
            <a:off x="2880985" y="2179470"/>
            <a:ext cx="3081403" cy="15091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/>
              <a:t>몇 </a:t>
            </a:r>
            <a:r>
              <a:rPr lang="ko-KR" altLang="en-US" sz="3200" dirty="0">
                <a:solidFill>
                  <a:srgbClr val="FFFF00"/>
                </a:solidFill>
              </a:rPr>
              <a:t>층</a:t>
            </a:r>
            <a:r>
              <a:rPr lang="ko-KR" altLang="en-US" sz="3200" dirty="0"/>
              <a:t>이에요</a:t>
            </a:r>
            <a:r>
              <a:rPr lang="en-US" altLang="ko-KR" sz="3200" dirty="0"/>
              <a:t>? </a:t>
            </a:r>
          </a:p>
          <a:p>
            <a:pPr algn="ctr"/>
            <a:r>
              <a:rPr lang="ko-KR" altLang="en-US" sz="3200" dirty="0"/>
              <a:t>육 </a:t>
            </a:r>
            <a:r>
              <a:rPr lang="ko-KR" altLang="en-US" sz="3200" dirty="0">
                <a:solidFill>
                  <a:srgbClr val="FFFF00"/>
                </a:solidFill>
              </a:rPr>
              <a:t>층</a:t>
            </a:r>
            <a:r>
              <a:rPr lang="ko-KR" altLang="en-US" sz="3200" dirty="0"/>
              <a:t>이에요</a:t>
            </a:r>
            <a:r>
              <a:rPr lang="en-US" altLang="ko-KR" sz="3200" dirty="0"/>
              <a:t>. </a:t>
            </a:r>
            <a:endParaRPr lang="ko-KR" altLang="en-US" sz="3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A49F36-D589-D42F-01AD-4A501610D48A}"/>
              </a:ext>
            </a:extLst>
          </p:cNvPr>
          <p:cNvSpPr/>
          <p:nvPr/>
        </p:nvSpPr>
        <p:spPr>
          <a:xfrm>
            <a:off x="2909988" y="5248570"/>
            <a:ext cx="3081403" cy="15091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/>
              <a:t>몇 </a:t>
            </a:r>
            <a:r>
              <a:rPr lang="ko-KR" altLang="en-US" sz="3200" dirty="0">
                <a:solidFill>
                  <a:srgbClr val="FFFF00"/>
                </a:solidFill>
              </a:rPr>
              <a:t>번</a:t>
            </a:r>
            <a:r>
              <a:rPr lang="ko-KR" altLang="en-US" sz="3200" dirty="0"/>
              <a:t>이에요</a:t>
            </a:r>
            <a:r>
              <a:rPr lang="en-US" altLang="ko-KR" sz="3200" dirty="0"/>
              <a:t>? </a:t>
            </a:r>
          </a:p>
          <a:p>
            <a:pPr algn="ctr"/>
            <a:r>
              <a:rPr lang="ko-KR" altLang="en-US" sz="2800" dirty="0"/>
              <a:t>삼백사십</a:t>
            </a:r>
            <a:r>
              <a:rPr lang="ko-KR" altLang="en-US" sz="2800" dirty="0">
                <a:solidFill>
                  <a:srgbClr val="FFFF00"/>
                </a:solidFill>
              </a:rPr>
              <a:t>번</a:t>
            </a:r>
            <a:r>
              <a:rPr lang="ko-KR" altLang="en-US" sz="2800" dirty="0"/>
              <a:t>이에요</a:t>
            </a:r>
            <a:r>
              <a:rPr lang="en-US" altLang="ko-KR" sz="2800" dirty="0"/>
              <a:t>. </a:t>
            </a:r>
            <a:endParaRPr lang="ko-KR" altLang="en-US" sz="28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809370F-63D8-EE7A-B3F0-BE833C0727E1}"/>
              </a:ext>
            </a:extLst>
          </p:cNvPr>
          <p:cNvSpPr/>
          <p:nvPr/>
        </p:nvSpPr>
        <p:spPr>
          <a:xfrm>
            <a:off x="9008099" y="2531502"/>
            <a:ext cx="3081403" cy="15091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/>
              <a:t>몇 </a:t>
            </a:r>
            <a:r>
              <a:rPr lang="ko-KR" altLang="en-US" sz="3200" dirty="0" err="1">
                <a:solidFill>
                  <a:srgbClr val="FFFF00"/>
                </a:solidFill>
              </a:rPr>
              <a:t>월</a:t>
            </a:r>
            <a:r>
              <a:rPr lang="ko-KR" altLang="en-US" sz="3200" dirty="0" err="1"/>
              <a:t>이에요</a:t>
            </a:r>
            <a:r>
              <a:rPr lang="en-US" altLang="ko-KR" sz="3200" dirty="0"/>
              <a:t>? </a:t>
            </a:r>
          </a:p>
          <a:p>
            <a:pPr algn="ctr"/>
            <a:r>
              <a:rPr lang="ko-KR" altLang="en-US" sz="3200" dirty="0" err="1"/>
              <a:t>십이</a:t>
            </a:r>
            <a:r>
              <a:rPr lang="ko-KR" altLang="en-US" sz="3200" dirty="0" err="1">
                <a:solidFill>
                  <a:srgbClr val="FFFF00"/>
                </a:solidFill>
              </a:rPr>
              <a:t>월</a:t>
            </a:r>
            <a:r>
              <a:rPr lang="ko-KR" altLang="en-US" sz="3200" dirty="0" err="1"/>
              <a:t>이에요</a:t>
            </a:r>
            <a:r>
              <a:rPr lang="en-US" altLang="ko-KR" sz="3200" dirty="0"/>
              <a:t>. </a:t>
            </a:r>
            <a:endParaRPr lang="ko-KR" altLang="en-US" sz="32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2EFA2B-A234-5984-A8BC-4D7B5230811D}"/>
              </a:ext>
            </a:extLst>
          </p:cNvPr>
          <p:cNvSpPr/>
          <p:nvPr/>
        </p:nvSpPr>
        <p:spPr>
          <a:xfrm>
            <a:off x="9008100" y="5271823"/>
            <a:ext cx="3081403" cy="15091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/>
              <a:t>몇 </a:t>
            </a:r>
            <a:r>
              <a:rPr lang="ko-KR" altLang="en-US" sz="3200" dirty="0">
                <a:solidFill>
                  <a:srgbClr val="FFFF00"/>
                </a:solidFill>
              </a:rPr>
              <a:t>호</a:t>
            </a:r>
            <a:r>
              <a:rPr lang="ko-KR" altLang="en-US" sz="3200" dirty="0"/>
              <a:t>예요</a:t>
            </a:r>
            <a:r>
              <a:rPr lang="en-US" altLang="ko-KR" sz="3200" dirty="0"/>
              <a:t>? </a:t>
            </a:r>
          </a:p>
          <a:p>
            <a:pPr algn="ctr"/>
            <a:r>
              <a:rPr lang="ko-KR" altLang="en-US" sz="3200" dirty="0"/>
              <a:t>팔백일</a:t>
            </a:r>
            <a:r>
              <a:rPr lang="ko-KR" altLang="en-US" sz="3200" dirty="0">
                <a:solidFill>
                  <a:srgbClr val="FFFF00"/>
                </a:solidFill>
              </a:rPr>
              <a:t>호</a:t>
            </a:r>
            <a:r>
              <a:rPr lang="ko-KR" altLang="en-US" sz="3200" dirty="0"/>
              <a:t>예요</a:t>
            </a:r>
            <a:r>
              <a:rPr lang="en-US" altLang="ko-KR" sz="3200" dirty="0"/>
              <a:t>. 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93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48971-772B-EEB6-92F2-8299A28A4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문법 </a:t>
            </a:r>
            <a:r>
              <a:rPr lang="en-US" altLang="ko-KR" dirty="0"/>
              <a:t>1) </a:t>
            </a:r>
            <a:r>
              <a:rPr lang="ko-KR" altLang="en-US" dirty="0"/>
              <a:t>이</a:t>
            </a:r>
            <a:r>
              <a:rPr lang="en-US" altLang="ko-KR" dirty="0"/>
              <a:t>/</a:t>
            </a:r>
            <a:r>
              <a:rPr lang="ko-KR" altLang="en-US" dirty="0"/>
              <a:t>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F41717-22DD-5E25-5053-405AD3A26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이름</a:t>
            </a:r>
            <a:r>
              <a:rPr lang="en-US" altLang="ko-KR" dirty="0"/>
              <a:t>+</a:t>
            </a:r>
            <a:r>
              <a:rPr lang="ko-KR" altLang="en-US" dirty="0"/>
              <a:t>무엇</a:t>
            </a:r>
            <a:r>
              <a:rPr lang="en-US" altLang="ko-KR" dirty="0"/>
              <a:t>?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이름</a:t>
            </a:r>
            <a:r>
              <a:rPr lang="ko-KR" altLang="en-US" dirty="0">
                <a:highlight>
                  <a:srgbClr val="FFFF00"/>
                </a:highlight>
              </a:rPr>
              <a:t>이</a:t>
            </a:r>
            <a:r>
              <a:rPr lang="ko-KR" altLang="en-US" dirty="0"/>
              <a:t> </a:t>
            </a:r>
            <a:r>
              <a:rPr lang="ko-KR" altLang="en-US" dirty="0" err="1"/>
              <a:t>뭐예요</a:t>
            </a:r>
            <a:r>
              <a:rPr lang="en-US" altLang="ko-KR" dirty="0"/>
              <a:t>? </a:t>
            </a:r>
          </a:p>
          <a:p>
            <a:pPr marL="0" indent="0">
              <a:buNone/>
            </a:pPr>
            <a:r>
              <a:rPr lang="ko-KR" altLang="en-US" dirty="0"/>
              <a:t>전화번호</a:t>
            </a:r>
            <a:r>
              <a:rPr lang="en-US" altLang="ko-KR" dirty="0"/>
              <a:t>+</a:t>
            </a:r>
            <a:r>
              <a:rPr lang="ko-KR" altLang="en-US" dirty="0"/>
              <a:t>무엇</a:t>
            </a:r>
            <a:r>
              <a:rPr lang="en-US" altLang="ko-KR" dirty="0"/>
              <a:t>?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전화번호</a:t>
            </a:r>
            <a:r>
              <a:rPr lang="ko-KR" altLang="en-US" dirty="0">
                <a:highlight>
                  <a:srgbClr val="00FFFF"/>
                </a:highlight>
              </a:rPr>
              <a:t>가</a:t>
            </a:r>
            <a:r>
              <a:rPr lang="ko-KR" altLang="en-US" dirty="0"/>
              <a:t> </a:t>
            </a:r>
            <a:r>
              <a:rPr lang="ko-KR" altLang="en-US" dirty="0" err="1"/>
              <a:t>뭐에요</a:t>
            </a:r>
            <a:r>
              <a:rPr lang="en-US" altLang="ko-KR" dirty="0"/>
              <a:t>?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선생님</a:t>
            </a:r>
            <a:r>
              <a:rPr lang="en-US" altLang="ko-KR" dirty="0"/>
              <a:t>+</a:t>
            </a:r>
            <a:r>
              <a:rPr lang="ko-KR" altLang="en-US" dirty="0"/>
              <a:t>누구</a:t>
            </a:r>
            <a:r>
              <a:rPr lang="en-US" altLang="ko-KR" dirty="0"/>
              <a:t>?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선생님</a:t>
            </a:r>
            <a:r>
              <a:rPr lang="ko-KR" altLang="en-US" dirty="0">
                <a:highlight>
                  <a:srgbClr val="FFFF00"/>
                </a:highlight>
              </a:rPr>
              <a:t>이</a:t>
            </a:r>
            <a:r>
              <a:rPr lang="ko-KR" altLang="en-US" dirty="0"/>
              <a:t> 누구예요</a:t>
            </a:r>
            <a:r>
              <a:rPr lang="en-US" altLang="ko-KR" dirty="0"/>
              <a:t>? </a:t>
            </a:r>
          </a:p>
          <a:p>
            <a:pPr marL="0" indent="0">
              <a:buNone/>
            </a:pPr>
            <a:r>
              <a:rPr lang="ko-KR" altLang="en-US" dirty="0"/>
              <a:t>아버지</a:t>
            </a:r>
            <a:r>
              <a:rPr lang="en-US" altLang="ko-KR" dirty="0"/>
              <a:t>+</a:t>
            </a:r>
            <a:r>
              <a:rPr lang="ko-KR" altLang="en-US" dirty="0"/>
              <a:t>누구</a:t>
            </a:r>
            <a:r>
              <a:rPr lang="en-US" altLang="ko-KR" dirty="0"/>
              <a:t>?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아버지</a:t>
            </a:r>
            <a:r>
              <a:rPr lang="ko-KR" altLang="en-US" dirty="0">
                <a:highlight>
                  <a:srgbClr val="00FFFF"/>
                </a:highlight>
              </a:rPr>
              <a:t>가</a:t>
            </a:r>
            <a:r>
              <a:rPr lang="ko-KR" altLang="en-US" dirty="0"/>
              <a:t> 누구예요</a:t>
            </a:r>
            <a:r>
              <a:rPr lang="en-US" altLang="ko-KR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034152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</Words>
  <Application>Microsoft Office PowerPoint</Application>
  <PresentationFormat>와이드스크린</PresentationFormat>
  <Paragraphs>25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Wingdings</vt:lpstr>
      <vt:lpstr>Office 테마</vt:lpstr>
      <vt:lpstr>２０２５１２１８</vt:lpstr>
      <vt:lpstr>제 2과 Can I have your phone number? </vt:lpstr>
      <vt:lpstr>한자어 수 </vt:lpstr>
      <vt:lpstr>PowerPoint 프레젠테이션</vt:lpstr>
      <vt:lpstr>몇 층floor/번number/월month/원how much/호room number예요?                            얼마 </vt:lpstr>
      <vt:lpstr>문법 1) 이/가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찬일 김</dc:creator>
  <cp:lastModifiedBy>찬일 김</cp:lastModifiedBy>
  <cp:revision>1</cp:revision>
  <dcterms:created xsi:type="dcterms:W3CDTF">2025-12-18T11:57:31Z</dcterms:created>
  <dcterms:modified xsi:type="dcterms:W3CDTF">2025-12-18T11:59:43Z</dcterms:modified>
</cp:coreProperties>
</file>