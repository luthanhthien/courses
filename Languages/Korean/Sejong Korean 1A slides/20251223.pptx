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6" r:id="rId4"/>
    <p:sldId id="26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5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2B747-FD39-CBBD-1AF1-B18F2D44F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EC9844-BCC9-0A1F-D7A1-7AD476EB8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E61325-2A53-A0FC-CD12-6D375A69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3BFD19-C1A8-83A1-9216-526339D1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30DDD9-DFC0-1E4F-DCA5-6B3BC3B4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01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88E31C-212A-0F50-BF1A-C4EEAB22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01C8CE-C0F3-92F3-C132-8C9072D14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59DE5E-DB7E-987B-B9C4-310EF0E06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8A1649-FCA4-366B-C36C-6F7E2F870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83A149-8BD8-D323-FFD3-21F8F9DC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92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A2DB74-72EE-4DE4-231B-2AE9C85C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7A1A5-0C8E-F887-FEF6-A1264DF7C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44C301-32D3-D741-D187-6D9AEF72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7FB68F-FCDB-FFE0-4154-9A2CAA1DF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7128E5-C03D-DC9D-57B9-B18A4950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8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F8BE9-6518-A8B2-35EC-4BEB98F0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99C479-03C2-5B48-3AEC-022E8E1BE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3C53A2-9EAD-D389-D8F9-422BC73A4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F4EA80-92BA-3830-31EF-B435FF7F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C8D251-2473-87EA-433E-EA5498A2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479A89-6F29-5282-4795-7F067D86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526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08217-6FC3-7AD9-3846-66F4B918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075A71-94A5-7991-1851-D2F705265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5D6A88-FAEC-E58A-EEF5-F9252A2D4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095749-F8F1-CECE-2BAE-E2DC92D2E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2C499E-4E5C-A963-7E0C-1AE2ADA23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9D4F78-5785-60F9-E34C-FB4F26F6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376265-BCC0-F3C6-08D5-FC63D995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4E133F-581E-ADA8-5D99-6A23938D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65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4ED87-1202-820A-FDF4-521BD2FB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AFCCA2-04D5-63B0-98EF-89E9FB3C3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32D222-A174-CC03-2635-7D86F3B7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51B775-DCE6-7B7C-3A47-FBB05051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57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262B17-ED7D-100A-1CF4-A52C5C68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A98FCF-1DA6-5CDE-1569-D220B100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D53D2-3A11-154E-E880-01870F09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28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47A05-1CA6-6D14-9A55-5E21C453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14ABC-4642-EC79-5E5F-10DA78B80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09B747-E4A8-FCD3-4818-1FA31DCDB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E091D5-5EA4-F5C8-F4B5-38ECADB44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07CE57-E1C5-C155-2391-0487F4E4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E36E4A-2AD3-592F-215B-FFB8F1B4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08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CB763-217C-6660-0520-DE49773CC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9487DC-03E9-8E8F-AC27-6E0E81E1A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8BC27D-5AF9-054B-2255-0E1167E0D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BCEA2C-1FDA-A4A8-7744-CCABC7E36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09CFEB-52B9-E428-2B6B-47EDDCC9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66030D-073F-433E-978F-514C87DF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083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F367C-7C0B-D530-FB84-3BD0C769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ABAA26-E0E9-FA39-5138-84915EC5D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5E7F5-22BD-FC67-5DCA-E912A5D59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05EC6-2505-6772-0EF3-5070A72A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8EF197-097E-AE84-AE59-EAD2E349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607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288022-F3EC-4EE9-CF09-5929BF0CC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173EB7-CC62-BD22-8BF4-709D95B08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81948A-86CF-B425-9BDE-6552A7CF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0A90FB-47B9-2B05-8602-00FB5A53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BFC0-7D9B-548B-00FD-AB4E40E0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83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1FDFC0-7CE6-0E77-DA47-6DE0648B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E4278C-0F9E-CCF0-3715-E3CAF1245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673587-D5B9-4523-9BD7-9D7160312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AF94B-6FEE-41F5-BCC6-1D68E093A60B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68BAF9-A7D3-B037-39B0-DAB745626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CDF74-3EA2-F98E-1968-F85AA97DA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F6223-A63F-4AC5-9408-EE0E399AE2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36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098CE-BAE5-DC1E-2788-5772C10DDF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20251223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0EB3D2-5A83-EFB3-E82E-9E9E7B7056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26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42F22-B279-66AB-9E9F-FDB3D635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1302" cy="1325563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몇</a:t>
            </a:r>
            <a:r>
              <a:rPr lang="ko-KR" altLang="en-US" dirty="0"/>
              <a:t> 층</a:t>
            </a:r>
            <a:r>
              <a:rPr lang="en-US" altLang="ko-KR" sz="1800" dirty="0"/>
              <a:t>floor</a:t>
            </a:r>
            <a:r>
              <a:rPr lang="en-US" altLang="ko-KR" dirty="0"/>
              <a:t>/</a:t>
            </a:r>
            <a:r>
              <a:rPr lang="ko-KR" altLang="en-US" dirty="0"/>
              <a:t>번</a:t>
            </a:r>
            <a:r>
              <a:rPr lang="en-US" altLang="ko-KR" sz="1800" dirty="0"/>
              <a:t>number</a:t>
            </a:r>
            <a:r>
              <a:rPr lang="en-US" altLang="ko-KR" dirty="0"/>
              <a:t>/</a:t>
            </a:r>
            <a:r>
              <a:rPr lang="ko-KR" altLang="en-US" dirty="0"/>
              <a:t>월</a:t>
            </a:r>
            <a:r>
              <a:rPr lang="en-US" altLang="ko-KR" sz="1800" dirty="0"/>
              <a:t>month</a:t>
            </a:r>
            <a:r>
              <a:rPr lang="en-US" altLang="ko-KR" dirty="0"/>
              <a:t>/</a:t>
            </a:r>
            <a:r>
              <a:rPr lang="ko-KR" altLang="en-US" sz="3200" u="sng" dirty="0"/>
              <a:t>원</a:t>
            </a:r>
            <a:r>
              <a:rPr lang="en-US" altLang="ko-KR" sz="1800" u="sng" dirty="0"/>
              <a:t>how much</a:t>
            </a:r>
            <a:r>
              <a:rPr lang="en-US" altLang="ko-KR" dirty="0"/>
              <a:t>/</a:t>
            </a:r>
            <a:r>
              <a:rPr lang="ko-KR" altLang="en-US" dirty="0"/>
              <a:t>호</a:t>
            </a:r>
            <a:r>
              <a:rPr lang="en-US" altLang="ko-KR" sz="1800" dirty="0"/>
              <a:t>room number</a:t>
            </a:r>
            <a:r>
              <a:rPr lang="ko-KR" altLang="en-US" u="sng" dirty="0"/>
              <a:t>예요</a:t>
            </a:r>
            <a:r>
              <a:rPr lang="en-US" altLang="ko-KR" u="sng" dirty="0"/>
              <a:t>(</a:t>
            </a:r>
            <a:r>
              <a:rPr lang="ko-KR" altLang="en-US" u="sng" dirty="0"/>
              <a:t>이에요</a:t>
            </a:r>
            <a:r>
              <a:rPr lang="en-US" altLang="ko-KR" dirty="0"/>
              <a:t>)?</a:t>
            </a:r>
            <a:br>
              <a:rPr lang="en-US" altLang="ko-KR" dirty="0"/>
            </a:br>
            <a:r>
              <a:rPr lang="en-US" altLang="ko-KR" dirty="0"/>
              <a:t>                           </a:t>
            </a:r>
            <a:r>
              <a:rPr lang="ko-KR" altLang="en-US" dirty="0"/>
              <a:t>얼마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AA81E1-8DB4-0061-060F-2303B4DB0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51" t="54739" r="30978" b="35485"/>
          <a:stretch>
            <a:fillRect/>
          </a:stretch>
        </p:blipFill>
        <p:spPr>
          <a:xfrm>
            <a:off x="634700" y="1598933"/>
            <a:ext cx="2462235" cy="1996037"/>
          </a:xfrm>
          <a:prstGeom prst="rect">
            <a:avLst/>
          </a:prstGeom>
        </p:spPr>
      </p:pic>
      <p:pic>
        <p:nvPicPr>
          <p:cNvPr id="9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6F010B-E361-9965-3E69-A63439441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68" t="67041" r="34761" b="26264"/>
          <a:stretch>
            <a:fillRect/>
          </a:stretch>
        </p:blipFill>
        <p:spPr>
          <a:xfrm>
            <a:off x="634700" y="4083752"/>
            <a:ext cx="2462235" cy="2376143"/>
          </a:xfrm>
          <a:prstGeom prst="rect">
            <a:avLst/>
          </a:prstGeom>
        </p:spPr>
      </p:pic>
      <p:pic>
        <p:nvPicPr>
          <p:cNvPr id="10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94AC04-C29F-B230-52F7-7B3C839DC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89" t="73599" r="34201" b="19380"/>
          <a:stretch>
            <a:fillRect/>
          </a:stretch>
        </p:blipFill>
        <p:spPr>
          <a:xfrm>
            <a:off x="6559464" y="1781607"/>
            <a:ext cx="2448636" cy="2139039"/>
          </a:xfrm>
          <a:prstGeom prst="rect">
            <a:avLst/>
          </a:prstGeom>
        </p:spPr>
      </p:pic>
      <p:pic>
        <p:nvPicPr>
          <p:cNvPr id="11" name="내용 개체 틀 4" descr="텍스트, 스크린샷, 실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7E3DDE-BC76-D52F-63CC-D414B956A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11" t="86921" r="34747" b="6519"/>
          <a:stretch>
            <a:fillRect/>
          </a:stretch>
        </p:blipFill>
        <p:spPr>
          <a:xfrm>
            <a:off x="6559464" y="4382474"/>
            <a:ext cx="2822531" cy="253670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CDD1C27-AAB2-CA85-E1CF-D2DA4EE446BB}"/>
              </a:ext>
            </a:extLst>
          </p:cNvPr>
          <p:cNvSpPr/>
          <p:nvPr/>
        </p:nvSpPr>
        <p:spPr>
          <a:xfrm>
            <a:off x="2880985" y="2179470"/>
            <a:ext cx="3081403" cy="15091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몇 층이에요</a:t>
            </a:r>
            <a:r>
              <a:rPr lang="en-US" altLang="ko-KR" sz="3200" dirty="0"/>
              <a:t>? </a:t>
            </a:r>
          </a:p>
          <a:p>
            <a:pPr algn="ctr"/>
            <a:r>
              <a:rPr lang="ko-KR" altLang="en-US" sz="3200" dirty="0"/>
              <a:t>육 층이에요</a:t>
            </a:r>
            <a:r>
              <a:rPr lang="en-US" altLang="ko-KR" sz="3200" dirty="0"/>
              <a:t>. </a:t>
            </a:r>
            <a:endParaRPr lang="ko-KR" altLang="en-US" sz="3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A49F36-D589-D42F-01AD-4A501610D48A}"/>
              </a:ext>
            </a:extLst>
          </p:cNvPr>
          <p:cNvSpPr/>
          <p:nvPr/>
        </p:nvSpPr>
        <p:spPr>
          <a:xfrm>
            <a:off x="2909988" y="5248570"/>
            <a:ext cx="3081403" cy="15091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몇 번이에요</a:t>
            </a:r>
            <a:r>
              <a:rPr lang="en-US" altLang="ko-KR" sz="3200" dirty="0"/>
              <a:t>? </a:t>
            </a:r>
          </a:p>
          <a:p>
            <a:pPr algn="ctr"/>
            <a:r>
              <a:rPr lang="ko-KR" altLang="en-US" sz="2800" dirty="0"/>
              <a:t>삼백사십번이에요</a:t>
            </a:r>
            <a:r>
              <a:rPr lang="en-US" altLang="ko-KR" sz="2800" dirty="0"/>
              <a:t>. </a:t>
            </a:r>
            <a:endParaRPr lang="ko-KR" altLang="en-US" sz="28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09370F-63D8-EE7A-B3F0-BE833C0727E1}"/>
              </a:ext>
            </a:extLst>
          </p:cNvPr>
          <p:cNvSpPr/>
          <p:nvPr/>
        </p:nvSpPr>
        <p:spPr>
          <a:xfrm>
            <a:off x="9008099" y="2531502"/>
            <a:ext cx="3081403" cy="15091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몇 </a:t>
            </a:r>
            <a:r>
              <a:rPr lang="ko-KR" altLang="en-US" sz="3200" dirty="0" err="1"/>
              <a:t>월이에요</a:t>
            </a:r>
            <a:r>
              <a:rPr lang="en-US" altLang="ko-KR" sz="3200" dirty="0"/>
              <a:t>? </a:t>
            </a:r>
          </a:p>
          <a:p>
            <a:pPr algn="ctr"/>
            <a:r>
              <a:rPr lang="ko-KR" altLang="en-US" sz="3200" dirty="0" err="1"/>
              <a:t>십이월이에요</a:t>
            </a:r>
            <a:r>
              <a:rPr lang="en-US" altLang="ko-KR" sz="3200" dirty="0"/>
              <a:t>. </a:t>
            </a:r>
            <a:endParaRPr lang="ko-KR" altLang="en-US" sz="3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2EFA2B-A234-5984-A8BC-4D7B5230811D}"/>
              </a:ext>
            </a:extLst>
          </p:cNvPr>
          <p:cNvSpPr/>
          <p:nvPr/>
        </p:nvSpPr>
        <p:spPr>
          <a:xfrm>
            <a:off x="9008100" y="5271823"/>
            <a:ext cx="3081403" cy="15091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몇 호예요</a:t>
            </a:r>
            <a:r>
              <a:rPr lang="en-US" altLang="ko-KR" sz="3200" dirty="0"/>
              <a:t>? </a:t>
            </a:r>
          </a:p>
          <a:p>
            <a:pPr algn="ctr"/>
            <a:r>
              <a:rPr lang="ko-KR" altLang="en-US" sz="3200" dirty="0"/>
              <a:t>팔백일호예요</a:t>
            </a:r>
            <a:r>
              <a:rPr lang="en-US" altLang="ko-KR" sz="3200" dirty="0"/>
              <a:t>. </a:t>
            </a:r>
            <a:endParaRPr lang="ko-KR" altLang="en-US" sz="3200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F048D06-9CD5-A443-38FB-E9648A142460}"/>
              </a:ext>
            </a:extLst>
          </p:cNvPr>
          <p:cNvSpPr/>
          <p:nvPr/>
        </p:nvSpPr>
        <p:spPr>
          <a:xfrm>
            <a:off x="2781300" y="1447800"/>
            <a:ext cx="912711" cy="8382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>
                <a:solidFill>
                  <a:schemeClr val="tx1"/>
                </a:solidFill>
              </a:rPr>
              <a:t>층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9177EBC-3ACA-66C8-0679-3DFD88EC0B47}"/>
              </a:ext>
            </a:extLst>
          </p:cNvPr>
          <p:cNvSpPr/>
          <p:nvPr/>
        </p:nvSpPr>
        <p:spPr>
          <a:xfrm>
            <a:off x="2959099" y="4250668"/>
            <a:ext cx="912711" cy="8382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>
                <a:solidFill>
                  <a:schemeClr val="tx1"/>
                </a:solidFill>
              </a:rPr>
              <a:t>번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3A21414-0F0D-53FA-204B-06F2CD85B794}"/>
              </a:ext>
            </a:extLst>
          </p:cNvPr>
          <p:cNvSpPr/>
          <p:nvPr/>
        </p:nvSpPr>
        <p:spPr>
          <a:xfrm>
            <a:off x="8854659" y="1610773"/>
            <a:ext cx="912711" cy="8382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>
                <a:solidFill>
                  <a:schemeClr val="tx1"/>
                </a:solidFill>
              </a:rPr>
              <a:t>월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FBF46D9-A068-5906-243E-7D05E90E5600}"/>
              </a:ext>
            </a:extLst>
          </p:cNvPr>
          <p:cNvSpPr/>
          <p:nvPr/>
        </p:nvSpPr>
        <p:spPr>
          <a:xfrm>
            <a:off x="8925639" y="4313589"/>
            <a:ext cx="912711" cy="8382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dirty="0">
                <a:solidFill>
                  <a:schemeClr val="tx1"/>
                </a:solidFill>
              </a:rPr>
              <a:t>호</a:t>
            </a:r>
          </a:p>
        </p:txBody>
      </p:sp>
    </p:spTree>
    <p:extLst>
      <p:ext uri="{BB962C8B-B14F-4D97-AF65-F5344CB8AC3E}">
        <p14:creationId xmlns:p14="http://schemas.microsoft.com/office/powerpoint/2010/main" val="4093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130E1-1412-4F43-A937-B1CB4144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은</a:t>
            </a:r>
            <a:r>
              <a:rPr lang="en-US" altLang="ko-KR" dirty="0"/>
              <a:t>/</a:t>
            </a:r>
            <a:r>
              <a:rPr lang="ko-KR" altLang="en-US" dirty="0"/>
              <a:t>는</a:t>
            </a:r>
            <a:r>
              <a:rPr lang="en-US" altLang="ko-KR" dirty="0"/>
              <a:t> or </a:t>
            </a:r>
            <a:r>
              <a:rPr lang="ko-KR" altLang="en-US" dirty="0"/>
              <a:t>이</a:t>
            </a:r>
            <a:r>
              <a:rPr lang="en-US" altLang="ko-KR" dirty="0"/>
              <a:t>/</a:t>
            </a:r>
            <a:r>
              <a:rPr lang="ko-KR" altLang="en-US" dirty="0"/>
              <a:t>가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39898C-4E71-345D-0605-A13E1B7EF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이름</a:t>
            </a:r>
            <a:r>
              <a:rPr lang="ko-KR" altLang="en-US" dirty="0">
                <a:highlight>
                  <a:srgbClr val="FFFF00"/>
                </a:highlight>
              </a:rPr>
              <a:t>이</a:t>
            </a:r>
            <a:r>
              <a:rPr lang="ko-KR" altLang="en-US" dirty="0"/>
              <a:t> </a:t>
            </a:r>
            <a:r>
              <a:rPr lang="ko-KR" altLang="en-US" dirty="0" err="1"/>
              <a:t>뭐에요</a:t>
            </a:r>
            <a:r>
              <a:rPr lang="en-US" altLang="ko-KR" dirty="0"/>
              <a:t>? </a:t>
            </a:r>
          </a:p>
          <a:p>
            <a:pPr marL="0" indent="0">
              <a:buNone/>
            </a:pPr>
            <a:r>
              <a:rPr lang="ko-KR" altLang="en-US" dirty="0"/>
              <a:t>저</a:t>
            </a:r>
            <a:r>
              <a:rPr lang="ko-KR" altLang="en-US" dirty="0">
                <a:highlight>
                  <a:srgbClr val="00FFFF"/>
                </a:highlight>
              </a:rPr>
              <a:t>는</a:t>
            </a:r>
            <a:r>
              <a:rPr lang="ko-KR" altLang="en-US" dirty="0"/>
              <a:t> </a:t>
            </a:r>
            <a:r>
              <a:rPr lang="en-US" altLang="ko-KR" b="1" u="sng" dirty="0"/>
              <a:t>OO </a:t>
            </a:r>
            <a:r>
              <a:rPr lang="ko-KR" altLang="en-US" b="1" u="sng" dirty="0"/>
              <a:t>이에요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누</a:t>
            </a:r>
            <a:r>
              <a:rPr lang="ko-KR" altLang="en-US" dirty="0">
                <a:highlight>
                  <a:srgbClr val="FFFF00"/>
                </a:highlight>
              </a:rPr>
              <a:t>가</a:t>
            </a:r>
            <a:r>
              <a:rPr lang="ko-KR" altLang="en-US" dirty="0"/>
              <a:t> 학생이에요</a:t>
            </a:r>
            <a:r>
              <a:rPr lang="en-US" altLang="ko-KR" dirty="0"/>
              <a:t>?  </a:t>
            </a:r>
          </a:p>
          <a:p>
            <a:pPr marL="0" indent="0">
              <a:buNone/>
            </a:pPr>
            <a:r>
              <a:rPr lang="ko-KR" altLang="en-US" b="1" u="sng" dirty="0">
                <a:highlight>
                  <a:srgbClr val="FFFF00"/>
                </a:highlight>
              </a:rPr>
              <a:t>제가</a:t>
            </a:r>
            <a:r>
              <a:rPr lang="ko-KR" altLang="en-US" dirty="0"/>
              <a:t> 학생이에요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34322E-A429-ED12-EA27-41163262D695}"/>
              </a:ext>
            </a:extLst>
          </p:cNvPr>
          <p:cNvSpPr/>
          <p:nvPr/>
        </p:nvSpPr>
        <p:spPr>
          <a:xfrm>
            <a:off x="5993452" y="3546445"/>
            <a:ext cx="4795025" cy="869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아버지</a:t>
            </a:r>
            <a:r>
              <a:rPr lang="ko-KR" altLang="en-US" sz="3200" b="1" dirty="0">
                <a:solidFill>
                  <a:srgbClr val="FFFF00"/>
                </a:solidFill>
              </a:rPr>
              <a:t>는</a:t>
            </a:r>
            <a:r>
              <a:rPr lang="ko-KR" altLang="en-US" sz="3200" dirty="0"/>
              <a:t> </a:t>
            </a:r>
            <a:r>
              <a:rPr lang="ko-KR" altLang="en-US" sz="3200" dirty="0" err="1"/>
              <a:t>선생님이에요</a:t>
            </a:r>
            <a:r>
              <a:rPr lang="en-US" altLang="ko-KR" sz="3200" dirty="0"/>
              <a:t>.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7C96D3-D40A-8921-10C4-2FA595EAF3AC}"/>
              </a:ext>
            </a:extLst>
          </p:cNvPr>
          <p:cNvSpPr/>
          <p:nvPr/>
        </p:nvSpPr>
        <p:spPr>
          <a:xfrm>
            <a:off x="5993452" y="5044140"/>
            <a:ext cx="4795025" cy="869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아버지</a:t>
            </a:r>
            <a:r>
              <a:rPr lang="ko-KR" altLang="en-US" sz="3200" b="1" dirty="0">
                <a:solidFill>
                  <a:srgbClr val="FFFF00"/>
                </a:solidFill>
              </a:rPr>
              <a:t>가</a:t>
            </a:r>
            <a:r>
              <a:rPr lang="ko-KR" altLang="en-US" sz="3200" dirty="0"/>
              <a:t> </a:t>
            </a:r>
            <a:r>
              <a:rPr lang="ko-KR" altLang="en-US" sz="3200" dirty="0" err="1"/>
              <a:t>선생님이에요</a:t>
            </a:r>
            <a:r>
              <a:rPr lang="en-US" altLang="ko-KR" sz="3200" dirty="0"/>
              <a:t>.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E602DC-489D-CB1C-7BE1-7BD38A70C8C3}"/>
              </a:ext>
            </a:extLst>
          </p:cNvPr>
          <p:cNvSpPr/>
          <p:nvPr/>
        </p:nvSpPr>
        <p:spPr>
          <a:xfrm>
            <a:off x="5993452" y="2352189"/>
            <a:ext cx="4694664" cy="869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아버지 직업</a:t>
            </a:r>
            <a:r>
              <a:rPr lang="ko-KR" altLang="en-US" sz="3200" b="1" dirty="0">
                <a:solidFill>
                  <a:srgbClr val="FFFF00"/>
                </a:solidFill>
              </a:rPr>
              <a:t>이</a:t>
            </a:r>
            <a:r>
              <a:rPr lang="ko-KR" altLang="en-US" sz="3200" dirty="0"/>
              <a:t> </a:t>
            </a:r>
            <a:r>
              <a:rPr lang="ko-KR" altLang="en-US" sz="3200" dirty="0" err="1"/>
              <a:t>뭐에요</a:t>
            </a:r>
            <a:r>
              <a:rPr lang="en-US" altLang="ko-KR" sz="3200" dirty="0"/>
              <a:t>?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C95038-FC2A-04C5-30B8-2E0086343E70}"/>
              </a:ext>
            </a:extLst>
          </p:cNvPr>
          <p:cNvSpPr/>
          <p:nvPr/>
        </p:nvSpPr>
        <p:spPr>
          <a:xfrm>
            <a:off x="973229" y="5046609"/>
            <a:ext cx="4785731" cy="8697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/>
              <a:t>누가 </a:t>
            </a:r>
            <a:r>
              <a:rPr lang="ko-KR" altLang="en-US" sz="3200" dirty="0" err="1"/>
              <a:t>선생님이에요</a:t>
            </a:r>
            <a:r>
              <a:rPr lang="en-US" altLang="ko-KR" sz="3200" dirty="0"/>
              <a:t>? </a:t>
            </a:r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93C1263B-3FBD-7820-E666-E2926F30D3EB}"/>
              </a:ext>
            </a:extLst>
          </p:cNvPr>
          <p:cNvSpPr/>
          <p:nvPr/>
        </p:nvSpPr>
        <p:spPr>
          <a:xfrm>
            <a:off x="7953644" y="3546445"/>
            <a:ext cx="1355463" cy="790506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액자 9">
            <a:extLst>
              <a:ext uri="{FF2B5EF4-FFF2-40B4-BE49-F238E27FC236}">
                <a16:creationId xmlns:a16="http://schemas.microsoft.com/office/drawing/2014/main" id="{7DDF0140-44D7-7EFC-2FE9-18B0E4D234E0}"/>
              </a:ext>
            </a:extLst>
          </p:cNvPr>
          <p:cNvSpPr/>
          <p:nvPr/>
        </p:nvSpPr>
        <p:spPr>
          <a:xfrm>
            <a:off x="6180613" y="5083785"/>
            <a:ext cx="1355463" cy="790506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53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CE032-7CE9-8367-3F94-8ECF1299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8926" y="365125"/>
            <a:ext cx="5164873" cy="5712290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카페가 몇 층이에요</a:t>
            </a:r>
            <a:r>
              <a:rPr lang="en-US" altLang="ko-KR" sz="2800" dirty="0"/>
              <a:t>? </a:t>
            </a:r>
            <a:br>
              <a:rPr lang="en-US" altLang="ko-KR" sz="2800" dirty="0"/>
            </a:br>
            <a:r>
              <a:rPr lang="ko-KR" altLang="en-US" sz="2800" dirty="0"/>
              <a:t>카페가 어디예요</a:t>
            </a:r>
            <a:r>
              <a:rPr lang="en-US" altLang="ko-KR" sz="2800" dirty="0"/>
              <a:t>? </a:t>
            </a:r>
            <a:br>
              <a:rPr lang="en-US" altLang="ko-KR" sz="2800" dirty="0"/>
            </a:br>
            <a:br>
              <a:rPr lang="en-US" altLang="ko-KR" sz="2800" dirty="0"/>
            </a:br>
            <a:r>
              <a:rPr lang="ko-KR" altLang="en-US" sz="2800" dirty="0"/>
              <a:t>식당은 </a:t>
            </a:r>
            <a:r>
              <a:rPr lang="en-US" altLang="ko-KR" sz="2800" dirty="0"/>
              <a:t>1</a:t>
            </a:r>
            <a:r>
              <a:rPr lang="ko-KR" altLang="en-US" sz="2800" dirty="0"/>
              <a:t>층이에요</a:t>
            </a:r>
            <a:r>
              <a:rPr lang="en-US" altLang="ko-KR" sz="2800" dirty="0"/>
              <a:t>.</a:t>
            </a:r>
            <a:br>
              <a:rPr lang="en-US" altLang="ko-KR" sz="2800" dirty="0"/>
            </a:br>
            <a:br>
              <a:rPr lang="en-US" altLang="ko-KR" sz="2800" dirty="0"/>
            </a:br>
            <a:r>
              <a:rPr lang="en-US" altLang="ko-KR" sz="2800" dirty="0"/>
              <a:t>PC</a:t>
            </a:r>
            <a:r>
              <a:rPr lang="ko-KR" altLang="en-US" sz="2800" dirty="0"/>
              <a:t>방은 지하 </a:t>
            </a:r>
            <a:r>
              <a:rPr lang="en-US" altLang="ko-KR" sz="2800" dirty="0"/>
              <a:t>1</a:t>
            </a:r>
            <a:r>
              <a:rPr lang="ko-KR" altLang="en-US" sz="2800" dirty="0"/>
              <a:t>층이에요</a:t>
            </a:r>
            <a:r>
              <a:rPr lang="en-US" altLang="ko-KR" sz="2800" dirty="0"/>
              <a:t>. </a:t>
            </a:r>
            <a:br>
              <a:rPr lang="en-US" altLang="ko-KR" sz="2800" dirty="0"/>
            </a:br>
            <a:br>
              <a:rPr lang="en-US" altLang="ko-KR" sz="2800" dirty="0"/>
            </a:br>
            <a:r>
              <a:rPr lang="ko-KR" altLang="en-US" sz="2800" dirty="0"/>
              <a:t>영화관은 </a:t>
            </a:r>
            <a:r>
              <a:rPr lang="en-US" altLang="ko-KR" sz="2800" dirty="0"/>
              <a:t>2</a:t>
            </a:r>
            <a:r>
              <a:rPr lang="ko-KR" altLang="en-US" sz="2800" dirty="0"/>
              <a:t>층이에요</a:t>
            </a:r>
            <a:r>
              <a:rPr lang="en-US" altLang="ko-KR" sz="2800" dirty="0"/>
              <a:t>.</a:t>
            </a:r>
            <a:br>
              <a:rPr lang="en-US" altLang="ko-KR" sz="2800" dirty="0"/>
            </a:br>
            <a:br>
              <a:rPr lang="en-US" altLang="ko-KR" sz="2800" dirty="0"/>
            </a:br>
            <a:r>
              <a:rPr lang="ko-KR" altLang="en-US" sz="2800" dirty="0"/>
              <a:t>노래방은 </a:t>
            </a:r>
            <a:r>
              <a:rPr lang="en-US" altLang="ko-KR" sz="2800" dirty="0"/>
              <a:t>3</a:t>
            </a:r>
            <a:r>
              <a:rPr lang="ko-KR" altLang="en-US" sz="2800" dirty="0"/>
              <a:t>층이에요</a:t>
            </a:r>
            <a:r>
              <a:rPr lang="en-US" altLang="ko-KR" sz="2800" dirty="0"/>
              <a:t>. </a:t>
            </a:r>
            <a:br>
              <a:rPr lang="en-US" altLang="ko-KR" sz="2800" dirty="0"/>
            </a:br>
            <a:br>
              <a:rPr lang="en-US" altLang="ko-KR" sz="2800" dirty="0"/>
            </a:br>
            <a:r>
              <a:rPr lang="ko-KR" altLang="en-US" sz="2800" dirty="0"/>
              <a:t>카페는 </a:t>
            </a:r>
            <a:r>
              <a:rPr lang="en-US" altLang="ko-KR" sz="2800" dirty="0"/>
              <a:t>4</a:t>
            </a:r>
            <a:r>
              <a:rPr lang="ko-KR" altLang="en-US" sz="2800" dirty="0"/>
              <a:t>층이에요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  <p:pic>
        <p:nvPicPr>
          <p:cNvPr id="5" name="내용 개체 틀 4" descr="텍스트, 책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F9B944-F7E5-7B92-D99D-C243FFA2C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94" y="57026"/>
            <a:ext cx="5164873" cy="6753711"/>
          </a:xfrm>
        </p:spPr>
      </p:pic>
    </p:spTree>
    <p:extLst>
      <p:ext uri="{BB962C8B-B14F-4D97-AF65-F5344CB8AC3E}">
        <p14:creationId xmlns:p14="http://schemas.microsoft.com/office/powerpoint/2010/main" val="90405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123</Words>
  <Application>Microsoft Office PowerPoint</Application>
  <PresentationFormat>와이드스크린</PresentationFormat>
  <Paragraphs>26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20251223</vt:lpstr>
      <vt:lpstr>몇 층floor/번number/월month/원how much/호room number예요(이에요)?                            얼마 </vt:lpstr>
      <vt:lpstr>은/는 or 이/가 </vt:lpstr>
      <vt:lpstr>카페가 몇 층이에요?  카페가 어디예요?   식당은 1층이에요.  PC방은 지하 1층이에요.   영화관은 2층이에요.  노래방은 3층이에요.   카페는 4층이에요.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찬일 김</dc:creator>
  <cp:lastModifiedBy>찬일 김</cp:lastModifiedBy>
  <cp:revision>1</cp:revision>
  <dcterms:created xsi:type="dcterms:W3CDTF">2025-12-23T12:10:11Z</dcterms:created>
  <dcterms:modified xsi:type="dcterms:W3CDTF">2025-12-23T12:15:09Z</dcterms:modified>
</cp:coreProperties>
</file>